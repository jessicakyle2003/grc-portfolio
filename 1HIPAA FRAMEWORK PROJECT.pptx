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Chakra Petch Medium"/>
      <p:regular r:id="rId16"/>
      <p:bold r:id="rId17"/>
      <p:italic r:id="rId18"/>
      <p:boldItalic r:id="rId19"/>
    </p:embeddedFont>
    <p:embeddedFont>
      <p:font typeface="Fira Sans"/>
      <p:regular r:id="rId20"/>
      <p:bold r:id="rId21"/>
      <p:italic r:id="rId22"/>
      <p:boldItalic r:id="rId23"/>
    </p:embeddedFont>
    <p:embeddedFont>
      <p:font typeface="Chakra Petch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DB7C5A-4A35-4527-A086-E80BC43EBA79}">
  <a:tblStyle styleId="{FCDB7C5A-4A35-4527-A086-E80BC43EBA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regular.fntdata"/><Relationship Id="rId22" Type="http://schemas.openxmlformats.org/officeDocument/2006/relationships/font" Target="fonts/FiraSans-italic.fntdata"/><Relationship Id="rId21" Type="http://schemas.openxmlformats.org/officeDocument/2006/relationships/font" Target="fonts/FiraSans-bold.fntdata"/><Relationship Id="rId24" Type="http://schemas.openxmlformats.org/officeDocument/2006/relationships/font" Target="fonts/ChakraPetch-regular.fntdata"/><Relationship Id="rId23" Type="http://schemas.openxmlformats.org/officeDocument/2006/relationships/font" Target="fonts/FiraSans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ChakraPetch-italic.fntdata"/><Relationship Id="rId25" Type="http://schemas.openxmlformats.org/officeDocument/2006/relationships/font" Target="fonts/ChakraPetch-bold.fntdata"/><Relationship Id="rId27" Type="http://schemas.openxmlformats.org/officeDocument/2006/relationships/font" Target="fonts/ChakraPetch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ChakraPetchMedium-bold.fntdata"/><Relationship Id="rId16" Type="http://schemas.openxmlformats.org/officeDocument/2006/relationships/font" Target="fonts/ChakraPetchMedium-regular.fntdata"/><Relationship Id="rId19" Type="http://schemas.openxmlformats.org/officeDocument/2006/relationships/font" Target="fonts/ChakraPetchMedium-boldItalic.fntdata"/><Relationship Id="rId18" Type="http://schemas.openxmlformats.org/officeDocument/2006/relationships/font" Target="fonts/ChakraPetch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8e30e371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8e30e371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54dda1946d_6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54dda1946d_6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8e30e371f2_0_18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8e30e371f2_0_18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d94ddb229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d94ddb229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d94ddb2293_0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d94ddb2293_0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54dda1946d_4_2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54dda1946d_4_2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3225" y="1528800"/>
            <a:ext cx="40401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3247" y="3138900"/>
            <a:ext cx="4040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5549575" y="849450"/>
            <a:ext cx="2728800" cy="34446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4" name="Google Shape;14;p2"/>
          <p:cNvGrpSpPr/>
          <p:nvPr/>
        </p:nvGrpSpPr>
        <p:grpSpPr>
          <a:xfrm>
            <a:off x="1108425" y="121600"/>
            <a:ext cx="7837050" cy="3432725"/>
            <a:chOff x="1108425" y="121600"/>
            <a:chExt cx="7837050" cy="3432725"/>
          </a:xfrm>
        </p:grpSpPr>
        <p:grpSp>
          <p:nvGrpSpPr>
            <p:cNvPr id="15" name="Google Shape;15;p2"/>
            <p:cNvGrpSpPr/>
            <p:nvPr/>
          </p:nvGrpSpPr>
          <p:grpSpPr>
            <a:xfrm>
              <a:off x="8721975" y="2759775"/>
              <a:ext cx="223500" cy="794550"/>
              <a:chOff x="8449700" y="3353100"/>
              <a:chExt cx="223500" cy="794550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1108425" y="121600"/>
              <a:ext cx="963284" cy="223521"/>
              <a:chOff x="902591" y="160753"/>
              <a:chExt cx="1317581" cy="145200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" name="Google Shape;32;p3"/>
          <p:cNvSpPr txBox="1"/>
          <p:nvPr>
            <p:ph type="title"/>
          </p:nvPr>
        </p:nvSpPr>
        <p:spPr>
          <a:xfrm>
            <a:off x="4177075" y="2582838"/>
            <a:ext cx="4253700" cy="7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hasCustomPrompt="1" idx="2" type="title"/>
          </p:nvPr>
        </p:nvSpPr>
        <p:spPr>
          <a:xfrm>
            <a:off x="4177075" y="1275678"/>
            <a:ext cx="1652100" cy="1156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4177075" y="3342138"/>
            <a:ext cx="4253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"/>
          <p:cNvSpPr/>
          <p:nvPr>
            <p:ph idx="3" type="pic"/>
          </p:nvPr>
        </p:nvSpPr>
        <p:spPr>
          <a:xfrm>
            <a:off x="874925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6" name="Google Shape;36;p3"/>
          <p:cNvGrpSpPr/>
          <p:nvPr/>
        </p:nvGrpSpPr>
        <p:grpSpPr>
          <a:xfrm>
            <a:off x="713223" y="117192"/>
            <a:ext cx="6752186" cy="4901467"/>
            <a:chOff x="713223" y="117192"/>
            <a:chExt cx="6752186" cy="4901467"/>
          </a:xfrm>
        </p:grpSpPr>
        <p:grpSp>
          <p:nvGrpSpPr>
            <p:cNvPr id="37" name="Google Shape;37;p3"/>
            <p:cNvGrpSpPr/>
            <p:nvPr/>
          </p:nvGrpSpPr>
          <p:grpSpPr>
            <a:xfrm rot="5400000">
              <a:off x="998748" y="-168333"/>
              <a:ext cx="223500" cy="794550"/>
              <a:chOff x="8449700" y="3353100"/>
              <a:chExt cx="223500" cy="794550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>
              <a:off x="6502125" y="4795139"/>
              <a:ext cx="963284" cy="223521"/>
              <a:chOff x="902591" y="160753"/>
              <a:chExt cx="1317581" cy="1452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20000" y="1215750"/>
            <a:ext cx="7704000" cy="3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" type="subTitle"/>
          </p:nvPr>
        </p:nvSpPr>
        <p:spPr>
          <a:xfrm>
            <a:off x="4869066" y="3725425"/>
            <a:ext cx="25056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5"/>
          <p:cNvSpPr txBox="1"/>
          <p:nvPr>
            <p:ph idx="2" type="subTitle"/>
          </p:nvPr>
        </p:nvSpPr>
        <p:spPr>
          <a:xfrm>
            <a:off x="1769563" y="3725425"/>
            <a:ext cx="25056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5"/>
          <p:cNvSpPr txBox="1"/>
          <p:nvPr>
            <p:ph idx="3" type="subTitle"/>
          </p:nvPr>
        </p:nvSpPr>
        <p:spPr>
          <a:xfrm>
            <a:off x="4869063" y="3265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4" type="subTitle"/>
          </p:nvPr>
        </p:nvSpPr>
        <p:spPr>
          <a:xfrm>
            <a:off x="1769338" y="32652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64" name="Google Shape;64;p5"/>
          <p:cNvGrpSpPr/>
          <p:nvPr/>
        </p:nvGrpSpPr>
        <p:grpSpPr>
          <a:xfrm>
            <a:off x="203048" y="121600"/>
            <a:ext cx="8227736" cy="3432725"/>
            <a:chOff x="203048" y="121600"/>
            <a:chExt cx="8227736" cy="3432725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203048" y="2759775"/>
              <a:ext cx="223500" cy="794550"/>
              <a:chOff x="8449700" y="3353100"/>
              <a:chExt cx="223500" cy="794550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7467500" y="121600"/>
              <a:ext cx="963284" cy="223521"/>
              <a:chOff x="902591" y="160753"/>
              <a:chExt cx="1317581" cy="145200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" name="Google Shape;8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3" name="Google Shape;83;p6"/>
          <p:cNvGrpSpPr/>
          <p:nvPr/>
        </p:nvGrpSpPr>
        <p:grpSpPr>
          <a:xfrm>
            <a:off x="203048" y="121600"/>
            <a:ext cx="8227736" cy="3432725"/>
            <a:chOff x="203048" y="121600"/>
            <a:chExt cx="8227736" cy="3432725"/>
          </a:xfrm>
        </p:grpSpPr>
        <p:grpSp>
          <p:nvGrpSpPr>
            <p:cNvPr id="84" name="Google Shape;84;p6"/>
            <p:cNvGrpSpPr/>
            <p:nvPr/>
          </p:nvGrpSpPr>
          <p:grpSpPr>
            <a:xfrm>
              <a:off x="203048" y="2759775"/>
              <a:ext cx="223500" cy="794550"/>
              <a:chOff x="8449700" y="3353100"/>
              <a:chExt cx="223500" cy="794550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91" name="Google Shape;91;p6"/>
            <p:cNvGrpSpPr/>
            <p:nvPr/>
          </p:nvGrpSpPr>
          <p:grpSpPr>
            <a:xfrm>
              <a:off x="7467500" y="121600"/>
              <a:ext cx="963284" cy="223521"/>
              <a:chOff x="902591" y="160753"/>
              <a:chExt cx="1317581" cy="145200"/>
            </a:xfrm>
          </p:grpSpPr>
          <p:sp>
            <p:nvSpPr>
              <p:cNvPr id="92" name="Google Shape;92;p6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>
            <p:ph type="title"/>
          </p:nvPr>
        </p:nvSpPr>
        <p:spPr>
          <a:xfrm>
            <a:off x="789425" y="1051049"/>
            <a:ext cx="4055100" cy="109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7"/>
          <p:cNvSpPr txBox="1"/>
          <p:nvPr>
            <p:ph idx="1" type="subTitle"/>
          </p:nvPr>
        </p:nvSpPr>
        <p:spPr>
          <a:xfrm>
            <a:off x="789425" y="2150851"/>
            <a:ext cx="4055100" cy="19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02" name="Google Shape;102;p7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3" name="Google Shape;103;p7"/>
          <p:cNvSpPr/>
          <p:nvPr>
            <p:ph idx="2" type="pic"/>
          </p:nvPr>
        </p:nvSpPr>
        <p:spPr>
          <a:xfrm>
            <a:off x="5549575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7" name="Google Shape;107;p8"/>
          <p:cNvSpPr txBox="1"/>
          <p:nvPr>
            <p:ph type="title"/>
          </p:nvPr>
        </p:nvSpPr>
        <p:spPr>
          <a:xfrm>
            <a:off x="713225" y="1411800"/>
            <a:ext cx="4422600" cy="23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" name="Google Shape;108;p8"/>
          <p:cNvSpPr/>
          <p:nvPr>
            <p:ph idx="2" type="pic"/>
          </p:nvPr>
        </p:nvSpPr>
        <p:spPr>
          <a:xfrm>
            <a:off x="5701975" y="740750"/>
            <a:ext cx="2728800" cy="36621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09" name="Google Shape;109;p8"/>
          <p:cNvGrpSpPr/>
          <p:nvPr/>
        </p:nvGrpSpPr>
        <p:grpSpPr>
          <a:xfrm>
            <a:off x="1123298" y="117217"/>
            <a:ext cx="3490699" cy="4901442"/>
            <a:chOff x="1123298" y="117217"/>
            <a:chExt cx="3490699" cy="4901442"/>
          </a:xfrm>
        </p:grpSpPr>
        <p:grpSp>
          <p:nvGrpSpPr>
            <p:cNvPr id="110" name="Google Shape;110;p8"/>
            <p:cNvGrpSpPr/>
            <p:nvPr/>
          </p:nvGrpSpPr>
          <p:grpSpPr>
            <a:xfrm rot="-5400000">
              <a:off x="1408823" y="-168308"/>
              <a:ext cx="223500" cy="794550"/>
              <a:chOff x="8449700" y="3353100"/>
              <a:chExt cx="223500" cy="794550"/>
            </a:xfrm>
          </p:grpSpPr>
          <p:sp>
            <p:nvSpPr>
              <p:cNvPr id="111" name="Google Shape;111;p8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2" name="Google Shape;112;p8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3" name="Google Shape;113;p8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4" name="Google Shape;114;p8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5" name="Google Shape;115;p8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17" name="Google Shape;117;p8"/>
            <p:cNvGrpSpPr/>
            <p:nvPr/>
          </p:nvGrpSpPr>
          <p:grpSpPr>
            <a:xfrm flipH="1">
              <a:off x="3650713" y="4795139"/>
              <a:ext cx="963284" cy="223521"/>
              <a:chOff x="902591" y="160753"/>
              <a:chExt cx="1317581" cy="145200"/>
            </a:xfrm>
          </p:grpSpPr>
          <p:sp>
            <p:nvSpPr>
              <p:cNvPr id="118" name="Google Shape;118;p8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" name="Google Shape;127;p9"/>
          <p:cNvSpPr txBox="1"/>
          <p:nvPr>
            <p:ph type="title"/>
          </p:nvPr>
        </p:nvSpPr>
        <p:spPr>
          <a:xfrm>
            <a:off x="865625" y="1455075"/>
            <a:ext cx="36345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865625" y="2540325"/>
            <a:ext cx="3634500" cy="9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"/>
          <p:cNvSpPr/>
          <p:nvPr>
            <p:ph idx="2" type="pic"/>
          </p:nvPr>
        </p:nvSpPr>
        <p:spPr>
          <a:xfrm>
            <a:off x="5525650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30" name="Google Shape;130;p9"/>
          <p:cNvGrpSpPr/>
          <p:nvPr/>
        </p:nvGrpSpPr>
        <p:grpSpPr>
          <a:xfrm>
            <a:off x="713223" y="117192"/>
            <a:ext cx="6752186" cy="4901467"/>
            <a:chOff x="713223" y="117192"/>
            <a:chExt cx="6752186" cy="4901467"/>
          </a:xfrm>
        </p:grpSpPr>
        <p:grpSp>
          <p:nvGrpSpPr>
            <p:cNvPr id="131" name="Google Shape;131;p9"/>
            <p:cNvGrpSpPr/>
            <p:nvPr/>
          </p:nvGrpSpPr>
          <p:grpSpPr>
            <a:xfrm flipH="1" rot="-5400000">
              <a:off x="6956384" y="-168333"/>
              <a:ext cx="223500" cy="794550"/>
              <a:chOff x="8449700" y="3353100"/>
              <a:chExt cx="223500" cy="794550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38" name="Google Shape;138;p9"/>
            <p:cNvGrpSpPr/>
            <p:nvPr/>
          </p:nvGrpSpPr>
          <p:grpSpPr>
            <a:xfrm flipH="1">
              <a:off x="713223" y="4795139"/>
              <a:ext cx="963284" cy="223521"/>
              <a:chOff x="902591" y="160753"/>
              <a:chExt cx="1317581" cy="145200"/>
            </a:xfrm>
          </p:grpSpPr>
          <p:sp>
            <p:nvSpPr>
              <p:cNvPr id="139" name="Google Shape;139;p9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10"/>
          <p:cNvSpPr txBox="1"/>
          <p:nvPr>
            <p:ph type="title"/>
          </p:nvPr>
        </p:nvSpPr>
        <p:spPr>
          <a:xfrm>
            <a:off x="720000" y="4008200"/>
            <a:ext cx="7704000" cy="579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1"/>
          <p:cNvSpPr txBox="1"/>
          <p:nvPr>
            <p:ph hasCustomPrompt="1" type="title"/>
          </p:nvPr>
        </p:nvSpPr>
        <p:spPr>
          <a:xfrm>
            <a:off x="3881575" y="1857550"/>
            <a:ext cx="4549200" cy="93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51" name="Google Shape;151;p11"/>
          <p:cNvSpPr txBox="1"/>
          <p:nvPr>
            <p:ph idx="1" type="subTitle"/>
          </p:nvPr>
        </p:nvSpPr>
        <p:spPr>
          <a:xfrm>
            <a:off x="3881575" y="2788850"/>
            <a:ext cx="4549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52" name="Google Shape;152;p11"/>
          <p:cNvSpPr/>
          <p:nvPr>
            <p:ph idx="2" type="pic"/>
          </p:nvPr>
        </p:nvSpPr>
        <p:spPr>
          <a:xfrm>
            <a:off x="874925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3" name="Google Shape;153;p11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54" name="Google Shape;154;p11"/>
          <p:cNvGrpSpPr/>
          <p:nvPr/>
        </p:nvGrpSpPr>
        <p:grpSpPr>
          <a:xfrm>
            <a:off x="713213" y="117217"/>
            <a:ext cx="5781660" cy="4901442"/>
            <a:chOff x="713213" y="117217"/>
            <a:chExt cx="5781660" cy="4901442"/>
          </a:xfrm>
        </p:grpSpPr>
        <p:grpSp>
          <p:nvGrpSpPr>
            <p:cNvPr id="155" name="Google Shape;155;p11"/>
            <p:cNvGrpSpPr/>
            <p:nvPr/>
          </p:nvGrpSpPr>
          <p:grpSpPr>
            <a:xfrm rot="-5400000">
              <a:off x="5985848" y="-168308"/>
              <a:ext cx="223500" cy="794550"/>
              <a:chOff x="8449700" y="3353100"/>
              <a:chExt cx="223500" cy="794550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162" name="Google Shape;162;p11"/>
            <p:cNvGrpSpPr/>
            <p:nvPr/>
          </p:nvGrpSpPr>
          <p:grpSpPr>
            <a:xfrm flipH="1">
              <a:off x="713213" y="4795139"/>
              <a:ext cx="963284" cy="223521"/>
              <a:chOff x="902591" y="160753"/>
              <a:chExt cx="1317581" cy="145200"/>
            </a:xfrm>
          </p:grpSpPr>
          <p:sp>
            <p:nvSpPr>
              <p:cNvPr id="163" name="Google Shape;163;p11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3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3" name="Google Shape;173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4" name="Google Shape;174;p13"/>
          <p:cNvSpPr txBox="1"/>
          <p:nvPr>
            <p:ph idx="1" type="subTitle"/>
          </p:nvPr>
        </p:nvSpPr>
        <p:spPr>
          <a:xfrm>
            <a:off x="720000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3"/>
          <p:cNvSpPr txBox="1"/>
          <p:nvPr>
            <p:ph idx="2" type="subTitle"/>
          </p:nvPr>
        </p:nvSpPr>
        <p:spPr>
          <a:xfrm>
            <a:off x="3419271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"/>
          <p:cNvSpPr txBox="1"/>
          <p:nvPr>
            <p:ph idx="3" type="subTitle"/>
          </p:nvPr>
        </p:nvSpPr>
        <p:spPr>
          <a:xfrm>
            <a:off x="720000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3"/>
          <p:cNvSpPr txBox="1"/>
          <p:nvPr>
            <p:ph idx="4" type="subTitle"/>
          </p:nvPr>
        </p:nvSpPr>
        <p:spPr>
          <a:xfrm>
            <a:off x="3419271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3"/>
          <p:cNvSpPr txBox="1"/>
          <p:nvPr>
            <p:ph idx="5" type="subTitle"/>
          </p:nvPr>
        </p:nvSpPr>
        <p:spPr>
          <a:xfrm>
            <a:off x="6118549" y="21329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3"/>
          <p:cNvSpPr txBox="1"/>
          <p:nvPr>
            <p:ph idx="6" type="subTitle"/>
          </p:nvPr>
        </p:nvSpPr>
        <p:spPr>
          <a:xfrm>
            <a:off x="6118549" y="38661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hasCustomPrompt="1" idx="7" type="title"/>
          </p:nvPr>
        </p:nvSpPr>
        <p:spPr>
          <a:xfrm>
            <a:off x="720000" y="1158300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/>
          <p:nvPr>
            <p:ph hasCustomPrompt="1" idx="8" type="title"/>
          </p:nvPr>
        </p:nvSpPr>
        <p:spPr>
          <a:xfrm>
            <a:off x="720000" y="2891104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/>
          <p:nvPr>
            <p:ph hasCustomPrompt="1" idx="9" type="title"/>
          </p:nvPr>
        </p:nvSpPr>
        <p:spPr>
          <a:xfrm>
            <a:off x="3419272" y="1158300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/>
          <p:nvPr>
            <p:ph hasCustomPrompt="1" idx="13" type="title"/>
          </p:nvPr>
        </p:nvSpPr>
        <p:spPr>
          <a:xfrm>
            <a:off x="3419271" y="2891104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/>
          <p:nvPr>
            <p:ph hasCustomPrompt="1" idx="14" type="title"/>
          </p:nvPr>
        </p:nvSpPr>
        <p:spPr>
          <a:xfrm>
            <a:off x="6118550" y="1158300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/>
          <p:nvPr>
            <p:ph hasCustomPrompt="1" idx="15" type="title"/>
          </p:nvPr>
        </p:nvSpPr>
        <p:spPr>
          <a:xfrm>
            <a:off x="6118550" y="2891104"/>
            <a:ext cx="734700" cy="633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/>
          <p:nvPr>
            <p:ph idx="16" type="subTitle"/>
          </p:nvPr>
        </p:nvSpPr>
        <p:spPr>
          <a:xfrm>
            <a:off x="720000" y="1676648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17" type="subTitle"/>
          </p:nvPr>
        </p:nvSpPr>
        <p:spPr>
          <a:xfrm>
            <a:off x="3419271" y="1676648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18" type="subTitle"/>
          </p:nvPr>
        </p:nvSpPr>
        <p:spPr>
          <a:xfrm>
            <a:off x="6118550" y="1676648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19" type="subTitle"/>
          </p:nvPr>
        </p:nvSpPr>
        <p:spPr>
          <a:xfrm>
            <a:off x="720000" y="3409325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20" type="subTitle"/>
          </p:nvPr>
        </p:nvSpPr>
        <p:spPr>
          <a:xfrm>
            <a:off x="3419271" y="3409325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21" type="subTitle"/>
          </p:nvPr>
        </p:nvSpPr>
        <p:spPr>
          <a:xfrm>
            <a:off x="6118550" y="3409325"/>
            <a:ext cx="2305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192" name="Google Shape;192;p13"/>
          <p:cNvGrpSpPr/>
          <p:nvPr/>
        </p:nvGrpSpPr>
        <p:grpSpPr>
          <a:xfrm>
            <a:off x="30061" y="121600"/>
            <a:ext cx="8393937" cy="4902944"/>
            <a:chOff x="30061" y="121600"/>
            <a:chExt cx="8393937" cy="4902944"/>
          </a:xfrm>
        </p:grpSpPr>
        <p:grpSp>
          <p:nvGrpSpPr>
            <p:cNvPr id="193" name="Google Shape;193;p13"/>
            <p:cNvGrpSpPr/>
            <p:nvPr/>
          </p:nvGrpSpPr>
          <p:grpSpPr>
            <a:xfrm rot="5400000">
              <a:off x="7914973" y="4515519"/>
              <a:ext cx="223500" cy="794550"/>
              <a:chOff x="8449700" y="3353100"/>
              <a:chExt cx="223500" cy="794550"/>
            </a:xfrm>
          </p:grpSpPr>
          <p:sp>
            <p:nvSpPr>
              <p:cNvPr id="194" name="Google Shape;194;p13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5" name="Google Shape;195;p13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7" name="Google Shape;197;p13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8" name="Google Shape;198;p13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199" name="Google Shape;199;p13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00" name="Google Shape;200;p13"/>
            <p:cNvGrpSpPr/>
            <p:nvPr/>
          </p:nvGrpSpPr>
          <p:grpSpPr>
            <a:xfrm>
              <a:off x="5803050" y="121600"/>
              <a:ext cx="963284" cy="223521"/>
              <a:chOff x="902591" y="160753"/>
              <a:chExt cx="1317581" cy="145200"/>
            </a:xfrm>
          </p:grpSpPr>
          <p:sp>
            <p:nvSpPr>
              <p:cNvPr id="201" name="Google Shape;201;p13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4" name="Google Shape;204;p13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5" name="Google Shape;205;p13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sp>
          <p:nvSpPr>
            <p:cNvPr id="207" name="Google Shape;207;p13"/>
            <p:cNvSpPr/>
            <p:nvPr/>
          </p:nvSpPr>
          <p:spPr>
            <a:xfrm>
              <a:off x="30061" y="3561885"/>
              <a:ext cx="572400" cy="572400"/>
            </a:xfrm>
            <a:prstGeom prst="mathPlus">
              <a:avLst>
                <a:gd fmla="val 16413" name="adj1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/>
          <p:nvPr>
            <p:ph type="title"/>
          </p:nvPr>
        </p:nvSpPr>
        <p:spPr>
          <a:xfrm>
            <a:off x="713225" y="3175488"/>
            <a:ext cx="44844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1" name="Google Shape;211;p14"/>
          <p:cNvSpPr txBox="1"/>
          <p:nvPr>
            <p:ph idx="1" type="subTitle"/>
          </p:nvPr>
        </p:nvSpPr>
        <p:spPr>
          <a:xfrm>
            <a:off x="713250" y="1306213"/>
            <a:ext cx="4484400" cy="17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2" name="Google Shape;212;p14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14"/>
          <p:cNvSpPr/>
          <p:nvPr>
            <p:ph idx="2" type="pic"/>
          </p:nvPr>
        </p:nvSpPr>
        <p:spPr>
          <a:xfrm>
            <a:off x="5701975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14" name="Google Shape;214;p14"/>
          <p:cNvGrpSpPr/>
          <p:nvPr/>
        </p:nvGrpSpPr>
        <p:grpSpPr>
          <a:xfrm>
            <a:off x="713248" y="117217"/>
            <a:ext cx="7291299" cy="4901442"/>
            <a:chOff x="713248" y="117217"/>
            <a:chExt cx="7291299" cy="4901442"/>
          </a:xfrm>
        </p:grpSpPr>
        <p:grpSp>
          <p:nvGrpSpPr>
            <p:cNvPr id="215" name="Google Shape;215;p14"/>
            <p:cNvGrpSpPr/>
            <p:nvPr/>
          </p:nvGrpSpPr>
          <p:grpSpPr>
            <a:xfrm flipH="1" rot="5400000">
              <a:off x="7495522" y="-168308"/>
              <a:ext cx="223500" cy="794550"/>
              <a:chOff x="8449700" y="3353100"/>
              <a:chExt cx="223500" cy="794550"/>
            </a:xfrm>
          </p:grpSpPr>
          <p:sp>
            <p:nvSpPr>
              <p:cNvPr id="216" name="Google Shape;216;p14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7" name="Google Shape;217;p14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8" name="Google Shape;218;p14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22" name="Google Shape;222;p14"/>
            <p:cNvGrpSpPr/>
            <p:nvPr/>
          </p:nvGrpSpPr>
          <p:grpSpPr>
            <a:xfrm>
              <a:off x="713248" y="4795139"/>
              <a:ext cx="963284" cy="223521"/>
              <a:chOff x="902591" y="160753"/>
              <a:chExt cx="1317581" cy="145200"/>
            </a:xfrm>
          </p:grpSpPr>
          <p:sp>
            <p:nvSpPr>
              <p:cNvPr id="223" name="Google Shape;223;p14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5"/>
          <p:cNvSpPr/>
          <p:nvPr/>
        </p:nvSpPr>
        <p:spPr>
          <a:xfrm flipH="1">
            <a:off x="314353" y="234000"/>
            <a:ext cx="8515200" cy="4675500"/>
          </a:xfrm>
          <a:prstGeom prst="snip2DiagRect">
            <a:avLst>
              <a:gd fmla="val 0" name="adj1"/>
              <a:gd fmla="val 1911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32" name="Google Shape;232;p15"/>
          <p:cNvSpPr txBox="1"/>
          <p:nvPr>
            <p:ph type="title"/>
          </p:nvPr>
        </p:nvSpPr>
        <p:spPr>
          <a:xfrm flipH="1">
            <a:off x="4276078" y="1499800"/>
            <a:ext cx="4154700" cy="7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 flipH="1">
            <a:off x="4276078" y="2239700"/>
            <a:ext cx="4154700" cy="14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4" name="Google Shape;234;p15"/>
          <p:cNvSpPr/>
          <p:nvPr>
            <p:ph idx="2" type="pic"/>
          </p:nvPr>
        </p:nvSpPr>
        <p:spPr>
          <a:xfrm flipH="1">
            <a:off x="713228" y="783475"/>
            <a:ext cx="2728800" cy="35766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35" name="Google Shape;235;p15"/>
          <p:cNvGrpSpPr/>
          <p:nvPr/>
        </p:nvGrpSpPr>
        <p:grpSpPr>
          <a:xfrm rot="5400000">
            <a:off x="8345975" y="1037575"/>
            <a:ext cx="963284" cy="223521"/>
            <a:chOff x="902591" y="160753"/>
            <a:chExt cx="1317581" cy="145200"/>
          </a:xfrm>
        </p:grpSpPr>
        <p:sp>
          <p:nvSpPr>
            <p:cNvPr id="236" name="Google Shape;236;p15"/>
            <p:cNvSpPr/>
            <p:nvPr/>
          </p:nvSpPr>
          <p:spPr>
            <a:xfrm>
              <a:off x="902591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1127587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1352583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1577579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1802576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2027572" y="160753"/>
              <a:ext cx="192600" cy="145200"/>
            </a:xfrm>
            <a:prstGeom prst="parallelogram">
              <a:avLst>
                <a:gd fmla="val 58532" name="adj"/>
              </a:avLst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6"/>
          <p:cNvSpPr txBox="1"/>
          <p:nvPr>
            <p:ph type="title"/>
          </p:nvPr>
        </p:nvSpPr>
        <p:spPr>
          <a:xfrm>
            <a:off x="865625" y="1352438"/>
            <a:ext cx="3883500" cy="153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865625" y="2886563"/>
            <a:ext cx="3883500" cy="9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6"/>
          <p:cNvSpPr/>
          <p:nvPr>
            <p:ph idx="2" type="pic"/>
          </p:nvPr>
        </p:nvSpPr>
        <p:spPr>
          <a:xfrm>
            <a:off x="5572975" y="1231500"/>
            <a:ext cx="2629200" cy="26805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6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48" name="Google Shape;248;p16"/>
          <p:cNvGrpSpPr/>
          <p:nvPr/>
        </p:nvGrpSpPr>
        <p:grpSpPr>
          <a:xfrm>
            <a:off x="1123298" y="117217"/>
            <a:ext cx="6426849" cy="4901442"/>
            <a:chOff x="1123298" y="117217"/>
            <a:chExt cx="6426849" cy="4901442"/>
          </a:xfrm>
        </p:grpSpPr>
        <p:grpSp>
          <p:nvGrpSpPr>
            <p:cNvPr id="249" name="Google Shape;249;p16"/>
            <p:cNvGrpSpPr/>
            <p:nvPr/>
          </p:nvGrpSpPr>
          <p:grpSpPr>
            <a:xfrm rot="-5400000">
              <a:off x="1408823" y="-168308"/>
              <a:ext cx="223500" cy="794550"/>
              <a:chOff x="8449700" y="3353100"/>
              <a:chExt cx="223500" cy="794550"/>
            </a:xfrm>
          </p:grpSpPr>
          <p:sp>
            <p:nvSpPr>
              <p:cNvPr id="250" name="Google Shape;250;p16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56" name="Google Shape;256;p16"/>
            <p:cNvGrpSpPr/>
            <p:nvPr/>
          </p:nvGrpSpPr>
          <p:grpSpPr>
            <a:xfrm flipH="1">
              <a:off x="6586863" y="4795139"/>
              <a:ext cx="963284" cy="223521"/>
              <a:chOff x="902591" y="160753"/>
              <a:chExt cx="1317581" cy="145200"/>
            </a:xfrm>
          </p:grpSpPr>
          <p:sp>
            <p:nvSpPr>
              <p:cNvPr id="257" name="Google Shape;257;p16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7"/>
          <p:cNvSpPr txBox="1"/>
          <p:nvPr>
            <p:ph type="title"/>
          </p:nvPr>
        </p:nvSpPr>
        <p:spPr>
          <a:xfrm>
            <a:off x="830375" y="1507963"/>
            <a:ext cx="2922000" cy="112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6" name="Google Shape;266;p17"/>
          <p:cNvSpPr txBox="1"/>
          <p:nvPr>
            <p:ph idx="1" type="subTitle"/>
          </p:nvPr>
        </p:nvSpPr>
        <p:spPr>
          <a:xfrm>
            <a:off x="830375" y="2628738"/>
            <a:ext cx="2922000" cy="10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17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68" name="Google Shape;268;p17"/>
          <p:cNvGrpSpPr/>
          <p:nvPr/>
        </p:nvGrpSpPr>
        <p:grpSpPr>
          <a:xfrm>
            <a:off x="713223" y="121600"/>
            <a:ext cx="7717561" cy="4894916"/>
            <a:chOff x="713223" y="121600"/>
            <a:chExt cx="7717561" cy="4894916"/>
          </a:xfrm>
        </p:grpSpPr>
        <p:grpSp>
          <p:nvGrpSpPr>
            <p:cNvPr id="269" name="Google Shape;269;p17"/>
            <p:cNvGrpSpPr/>
            <p:nvPr/>
          </p:nvGrpSpPr>
          <p:grpSpPr>
            <a:xfrm flipH="1" rot="5400000">
              <a:off x="7921759" y="4507491"/>
              <a:ext cx="223500" cy="794550"/>
              <a:chOff x="8449700" y="3353100"/>
              <a:chExt cx="223500" cy="794550"/>
            </a:xfrm>
          </p:grpSpPr>
          <p:sp>
            <p:nvSpPr>
              <p:cNvPr id="270" name="Google Shape;270;p17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1" name="Google Shape;271;p17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2" name="Google Shape;272;p17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3" name="Google Shape;273;p17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76" name="Google Shape;276;p17"/>
            <p:cNvGrpSpPr/>
            <p:nvPr/>
          </p:nvGrpSpPr>
          <p:grpSpPr>
            <a:xfrm>
              <a:off x="713223" y="121600"/>
              <a:ext cx="963284" cy="223521"/>
              <a:chOff x="902591" y="160753"/>
              <a:chExt cx="1317581" cy="145200"/>
            </a:xfrm>
          </p:grpSpPr>
          <p:sp>
            <p:nvSpPr>
              <p:cNvPr id="277" name="Google Shape;277;p17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80" name="Google Shape;280;p17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81" name="Google Shape;281;p17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8"/>
          <p:cNvSpPr txBox="1"/>
          <p:nvPr>
            <p:ph type="title"/>
          </p:nvPr>
        </p:nvSpPr>
        <p:spPr>
          <a:xfrm>
            <a:off x="5348325" y="1498063"/>
            <a:ext cx="2853600" cy="113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6" name="Google Shape;286;p18"/>
          <p:cNvSpPr txBox="1"/>
          <p:nvPr>
            <p:ph idx="1" type="subTitle"/>
          </p:nvPr>
        </p:nvSpPr>
        <p:spPr>
          <a:xfrm>
            <a:off x="5348475" y="2637527"/>
            <a:ext cx="28536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8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88" name="Google Shape;288;p18"/>
          <p:cNvGrpSpPr/>
          <p:nvPr/>
        </p:nvGrpSpPr>
        <p:grpSpPr>
          <a:xfrm>
            <a:off x="713223" y="121600"/>
            <a:ext cx="7717561" cy="4894916"/>
            <a:chOff x="713223" y="121600"/>
            <a:chExt cx="7717561" cy="4894916"/>
          </a:xfrm>
        </p:grpSpPr>
        <p:grpSp>
          <p:nvGrpSpPr>
            <p:cNvPr id="289" name="Google Shape;289;p18"/>
            <p:cNvGrpSpPr/>
            <p:nvPr/>
          </p:nvGrpSpPr>
          <p:grpSpPr>
            <a:xfrm rot="-5400000">
              <a:off x="998748" y="4507491"/>
              <a:ext cx="223500" cy="794550"/>
              <a:chOff x="8449700" y="3353100"/>
              <a:chExt cx="223500" cy="794550"/>
            </a:xfrm>
          </p:grpSpPr>
          <p:sp>
            <p:nvSpPr>
              <p:cNvPr id="290" name="Google Shape;290;p18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1" name="Google Shape;291;p18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2" name="Google Shape;292;p18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3" name="Google Shape;293;p18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4" name="Google Shape;294;p18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5" name="Google Shape;295;p18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296" name="Google Shape;296;p18"/>
            <p:cNvGrpSpPr/>
            <p:nvPr/>
          </p:nvGrpSpPr>
          <p:grpSpPr>
            <a:xfrm>
              <a:off x="7467500" y="121600"/>
              <a:ext cx="963284" cy="223521"/>
              <a:chOff x="902591" y="160753"/>
              <a:chExt cx="1317581" cy="145200"/>
            </a:xfrm>
          </p:grpSpPr>
          <p:sp>
            <p:nvSpPr>
              <p:cNvPr id="297" name="Google Shape;297;p18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9"/>
          <p:cNvSpPr txBox="1"/>
          <p:nvPr>
            <p:ph type="title"/>
          </p:nvPr>
        </p:nvSpPr>
        <p:spPr>
          <a:xfrm>
            <a:off x="4063150" y="1079950"/>
            <a:ext cx="4367400" cy="6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6" name="Google Shape;306;p19"/>
          <p:cNvSpPr txBox="1"/>
          <p:nvPr>
            <p:ph idx="1" type="subTitle"/>
          </p:nvPr>
        </p:nvSpPr>
        <p:spPr>
          <a:xfrm>
            <a:off x="4063375" y="1715750"/>
            <a:ext cx="4367400" cy="23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19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08" name="Google Shape;308;p19"/>
          <p:cNvSpPr/>
          <p:nvPr>
            <p:ph idx="2" type="pic"/>
          </p:nvPr>
        </p:nvSpPr>
        <p:spPr>
          <a:xfrm>
            <a:off x="891400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09" name="Google Shape;309;p19"/>
          <p:cNvGrpSpPr/>
          <p:nvPr/>
        </p:nvGrpSpPr>
        <p:grpSpPr>
          <a:xfrm>
            <a:off x="713225" y="121600"/>
            <a:ext cx="8224635" cy="3432725"/>
            <a:chOff x="713225" y="121600"/>
            <a:chExt cx="8224635" cy="3432725"/>
          </a:xfrm>
        </p:grpSpPr>
        <p:grpSp>
          <p:nvGrpSpPr>
            <p:cNvPr id="310" name="Google Shape;310;p19"/>
            <p:cNvGrpSpPr/>
            <p:nvPr/>
          </p:nvGrpSpPr>
          <p:grpSpPr>
            <a:xfrm>
              <a:off x="8714360" y="2759775"/>
              <a:ext cx="223500" cy="794550"/>
              <a:chOff x="8449700" y="3353100"/>
              <a:chExt cx="223500" cy="794550"/>
            </a:xfrm>
          </p:grpSpPr>
          <p:sp>
            <p:nvSpPr>
              <p:cNvPr id="311" name="Google Shape;311;p19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3" name="Google Shape;313;p19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4" name="Google Shape;314;p19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5" name="Google Shape;315;p19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6" name="Google Shape;316;p19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17" name="Google Shape;317;p19"/>
            <p:cNvGrpSpPr/>
            <p:nvPr/>
          </p:nvGrpSpPr>
          <p:grpSpPr>
            <a:xfrm>
              <a:off x="713225" y="121600"/>
              <a:ext cx="963284" cy="223521"/>
              <a:chOff x="902591" y="160753"/>
              <a:chExt cx="1317581" cy="145200"/>
            </a:xfrm>
          </p:grpSpPr>
          <p:sp>
            <p:nvSpPr>
              <p:cNvPr id="318" name="Google Shape;318;p19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19" name="Google Shape;319;p19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0" name="Google Shape;320;p19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1" name="Google Shape;321;p19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23" name="Google Shape;323;p19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0"/>
          <p:cNvSpPr txBox="1"/>
          <p:nvPr>
            <p:ph type="title"/>
          </p:nvPr>
        </p:nvSpPr>
        <p:spPr>
          <a:xfrm>
            <a:off x="713228" y="445025"/>
            <a:ext cx="43386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7" name="Google Shape;327;p20"/>
          <p:cNvSpPr txBox="1"/>
          <p:nvPr>
            <p:ph idx="1" type="subTitle"/>
          </p:nvPr>
        </p:nvSpPr>
        <p:spPr>
          <a:xfrm>
            <a:off x="713243" y="1186225"/>
            <a:ext cx="4338600" cy="11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20"/>
          <p:cNvSpPr/>
          <p:nvPr>
            <p:ph idx="2" type="pic"/>
          </p:nvPr>
        </p:nvSpPr>
        <p:spPr>
          <a:xfrm flipH="1">
            <a:off x="5396938" y="533863"/>
            <a:ext cx="2910000" cy="40758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0"/>
          <p:cNvSpPr/>
          <p:nvPr>
            <p:ph idx="3" type="pic"/>
          </p:nvPr>
        </p:nvSpPr>
        <p:spPr>
          <a:xfrm>
            <a:off x="837075" y="2598625"/>
            <a:ext cx="4214700" cy="2010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0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1" name="Google Shape;331;p20"/>
          <p:cNvGrpSpPr/>
          <p:nvPr/>
        </p:nvGrpSpPr>
        <p:grpSpPr>
          <a:xfrm>
            <a:off x="203048" y="121600"/>
            <a:ext cx="8227736" cy="3432725"/>
            <a:chOff x="203048" y="121600"/>
            <a:chExt cx="8227736" cy="3432725"/>
          </a:xfrm>
        </p:grpSpPr>
        <p:grpSp>
          <p:nvGrpSpPr>
            <p:cNvPr id="332" name="Google Shape;332;p20"/>
            <p:cNvGrpSpPr/>
            <p:nvPr/>
          </p:nvGrpSpPr>
          <p:grpSpPr>
            <a:xfrm>
              <a:off x="203048" y="2759775"/>
              <a:ext cx="223500" cy="794550"/>
              <a:chOff x="8449700" y="3353100"/>
              <a:chExt cx="223500" cy="794550"/>
            </a:xfrm>
          </p:grpSpPr>
          <p:sp>
            <p:nvSpPr>
              <p:cNvPr id="333" name="Google Shape;333;p20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4" name="Google Shape;334;p20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5" name="Google Shape;335;p20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39" name="Google Shape;339;p20"/>
            <p:cNvGrpSpPr/>
            <p:nvPr/>
          </p:nvGrpSpPr>
          <p:grpSpPr>
            <a:xfrm>
              <a:off x="7467500" y="121600"/>
              <a:ext cx="963284" cy="223521"/>
              <a:chOff x="902591" y="160753"/>
              <a:chExt cx="1317581" cy="145200"/>
            </a:xfrm>
          </p:grpSpPr>
          <p:sp>
            <p:nvSpPr>
              <p:cNvPr id="340" name="Google Shape;340;p20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2" name="Google Shape;342;p20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3" name="Google Shape;343;p20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4" name="Google Shape;344;p20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45" name="Google Shape;345;p20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1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49" name="Google Shape;34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0" name="Google Shape;350;p21"/>
          <p:cNvSpPr txBox="1"/>
          <p:nvPr>
            <p:ph idx="1" type="subTitle"/>
          </p:nvPr>
        </p:nvSpPr>
        <p:spPr>
          <a:xfrm>
            <a:off x="4945312" y="2692675"/>
            <a:ext cx="28062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21"/>
          <p:cNvSpPr txBox="1"/>
          <p:nvPr>
            <p:ph idx="2" type="subTitle"/>
          </p:nvPr>
        </p:nvSpPr>
        <p:spPr>
          <a:xfrm>
            <a:off x="1392488" y="2692675"/>
            <a:ext cx="28062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21"/>
          <p:cNvSpPr txBox="1"/>
          <p:nvPr>
            <p:ph idx="3" type="subTitle"/>
          </p:nvPr>
        </p:nvSpPr>
        <p:spPr>
          <a:xfrm>
            <a:off x="1392488" y="2233075"/>
            <a:ext cx="2806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353" name="Google Shape;353;p21"/>
          <p:cNvSpPr txBox="1"/>
          <p:nvPr>
            <p:ph idx="4" type="subTitle"/>
          </p:nvPr>
        </p:nvSpPr>
        <p:spPr>
          <a:xfrm>
            <a:off x="4945312" y="2233075"/>
            <a:ext cx="2806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hakra Petch"/>
              <a:buNone/>
              <a:defRPr b="1" sz="2400">
                <a:solidFill>
                  <a:schemeClr val="dk1"/>
                </a:solidFill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354" name="Google Shape;354;p21"/>
          <p:cNvGrpSpPr/>
          <p:nvPr/>
        </p:nvGrpSpPr>
        <p:grpSpPr>
          <a:xfrm>
            <a:off x="1671823" y="117192"/>
            <a:ext cx="6752186" cy="4901467"/>
            <a:chOff x="1671823" y="117192"/>
            <a:chExt cx="6752186" cy="4901467"/>
          </a:xfrm>
        </p:grpSpPr>
        <p:grpSp>
          <p:nvGrpSpPr>
            <p:cNvPr id="355" name="Google Shape;355;p21"/>
            <p:cNvGrpSpPr/>
            <p:nvPr/>
          </p:nvGrpSpPr>
          <p:grpSpPr>
            <a:xfrm flipH="1" rot="-5400000">
              <a:off x="7914984" y="-168333"/>
              <a:ext cx="223500" cy="794550"/>
              <a:chOff x="8449700" y="3353100"/>
              <a:chExt cx="223500" cy="794550"/>
            </a:xfrm>
          </p:grpSpPr>
          <p:sp>
            <p:nvSpPr>
              <p:cNvPr id="356" name="Google Shape;356;p21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57" name="Google Shape;357;p21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58" name="Google Shape;358;p21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59" name="Google Shape;359;p21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62" name="Google Shape;362;p21"/>
            <p:cNvGrpSpPr/>
            <p:nvPr/>
          </p:nvGrpSpPr>
          <p:grpSpPr>
            <a:xfrm>
              <a:off x="1671823" y="4795139"/>
              <a:ext cx="963284" cy="223521"/>
              <a:chOff x="902591" y="160753"/>
              <a:chExt cx="1317581" cy="145200"/>
            </a:xfrm>
          </p:grpSpPr>
          <p:sp>
            <p:nvSpPr>
              <p:cNvPr id="363" name="Google Shape;363;p21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2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2" name="Google Shape;37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3" name="Google Shape;373;p22"/>
          <p:cNvSpPr txBox="1"/>
          <p:nvPr>
            <p:ph idx="1" type="subTitle"/>
          </p:nvPr>
        </p:nvSpPr>
        <p:spPr>
          <a:xfrm>
            <a:off x="1386800" y="2995416"/>
            <a:ext cx="57201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22"/>
          <p:cNvSpPr txBox="1"/>
          <p:nvPr>
            <p:ph idx="2" type="subTitle"/>
          </p:nvPr>
        </p:nvSpPr>
        <p:spPr>
          <a:xfrm>
            <a:off x="1386800" y="1622850"/>
            <a:ext cx="5720100" cy="10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75" name="Google Shape;375;p22"/>
          <p:cNvGrpSpPr/>
          <p:nvPr/>
        </p:nvGrpSpPr>
        <p:grpSpPr>
          <a:xfrm>
            <a:off x="200516" y="1709107"/>
            <a:ext cx="8744543" cy="2473710"/>
            <a:chOff x="200516" y="1709107"/>
            <a:chExt cx="8744543" cy="2473710"/>
          </a:xfrm>
        </p:grpSpPr>
        <p:grpSp>
          <p:nvGrpSpPr>
            <p:cNvPr id="376" name="Google Shape;376;p22"/>
            <p:cNvGrpSpPr/>
            <p:nvPr/>
          </p:nvGrpSpPr>
          <p:grpSpPr>
            <a:xfrm flipH="1">
              <a:off x="8721559" y="3388267"/>
              <a:ext cx="223500" cy="794550"/>
              <a:chOff x="8449700" y="3353100"/>
              <a:chExt cx="223500" cy="794550"/>
            </a:xfrm>
          </p:grpSpPr>
          <p:sp>
            <p:nvSpPr>
              <p:cNvPr id="377" name="Google Shape;377;p22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78" name="Google Shape;378;p22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79" name="Google Shape;379;p22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1" name="Google Shape;381;p22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2" name="Google Shape;382;p22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383" name="Google Shape;383;p22"/>
            <p:cNvGrpSpPr/>
            <p:nvPr/>
          </p:nvGrpSpPr>
          <p:grpSpPr>
            <a:xfrm flipH="1" rot="-5400000">
              <a:off x="-169365" y="2078989"/>
              <a:ext cx="963284" cy="223521"/>
              <a:chOff x="902591" y="160753"/>
              <a:chExt cx="1317581" cy="145200"/>
            </a:xfrm>
          </p:grpSpPr>
          <p:sp>
            <p:nvSpPr>
              <p:cNvPr id="384" name="Google Shape;384;p22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5" name="Google Shape;385;p22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6" name="Google Shape;386;p22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7" name="Google Shape;387;p22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8" name="Google Shape;388;p22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389" name="Google Shape;389;p22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2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93" name="Google Shape;393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23"/>
          <p:cNvSpPr txBox="1"/>
          <p:nvPr>
            <p:ph idx="1" type="subTitle"/>
          </p:nvPr>
        </p:nvSpPr>
        <p:spPr>
          <a:xfrm>
            <a:off x="4720232" y="2166800"/>
            <a:ext cx="3703800" cy="21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5" name="Google Shape;395;p23"/>
          <p:cNvSpPr txBox="1"/>
          <p:nvPr>
            <p:ph idx="2" type="subTitle"/>
          </p:nvPr>
        </p:nvSpPr>
        <p:spPr>
          <a:xfrm>
            <a:off x="720000" y="2166800"/>
            <a:ext cx="3703800" cy="21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23"/>
          <p:cNvSpPr txBox="1"/>
          <p:nvPr>
            <p:ph idx="3" type="subTitle"/>
          </p:nvPr>
        </p:nvSpPr>
        <p:spPr>
          <a:xfrm>
            <a:off x="719999" y="1707200"/>
            <a:ext cx="3703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397" name="Google Shape;397;p23"/>
          <p:cNvSpPr txBox="1"/>
          <p:nvPr>
            <p:ph idx="4" type="subTitle"/>
          </p:nvPr>
        </p:nvSpPr>
        <p:spPr>
          <a:xfrm>
            <a:off x="4720240" y="1707200"/>
            <a:ext cx="37038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398" name="Google Shape;398;p23"/>
          <p:cNvGrpSpPr/>
          <p:nvPr/>
        </p:nvGrpSpPr>
        <p:grpSpPr>
          <a:xfrm>
            <a:off x="208795" y="2166794"/>
            <a:ext cx="8735153" cy="1737081"/>
            <a:chOff x="208795" y="2166794"/>
            <a:chExt cx="8735153" cy="1737081"/>
          </a:xfrm>
        </p:grpSpPr>
        <p:grpSp>
          <p:nvGrpSpPr>
            <p:cNvPr id="399" name="Google Shape;399;p23"/>
            <p:cNvGrpSpPr/>
            <p:nvPr/>
          </p:nvGrpSpPr>
          <p:grpSpPr>
            <a:xfrm>
              <a:off x="8720448" y="3109325"/>
              <a:ext cx="223500" cy="794550"/>
              <a:chOff x="8449700" y="3353100"/>
              <a:chExt cx="223500" cy="794550"/>
            </a:xfrm>
          </p:grpSpPr>
          <p:sp>
            <p:nvSpPr>
              <p:cNvPr id="400" name="Google Shape;400;p23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1" name="Google Shape;401;p23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2" name="Google Shape;402;p23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3" name="Google Shape;403;p23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4" name="Google Shape;404;p23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5" name="Google Shape;405;p23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06" name="Google Shape;406;p23"/>
            <p:cNvGrpSpPr/>
            <p:nvPr/>
          </p:nvGrpSpPr>
          <p:grpSpPr>
            <a:xfrm rot="5400000">
              <a:off x="-161087" y="2536675"/>
              <a:ext cx="963284" cy="223521"/>
              <a:chOff x="902591" y="160753"/>
              <a:chExt cx="1317581" cy="145200"/>
            </a:xfrm>
          </p:grpSpPr>
          <p:sp>
            <p:nvSpPr>
              <p:cNvPr id="407" name="Google Shape;407;p23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8" name="Google Shape;408;p23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09" name="Google Shape;409;p23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10" name="Google Shape;410;p23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11" name="Google Shape;411;p23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12" name="Google Shape;412;p23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4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16" name="Google Shape;41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24"/>
          <p:cNvSpPr txBox="1"/>
          <p:nvPr>
            <p:ph idx="1" type="subTitle"/>
          </p:nvPr>
        </p:nvSpPr>
        <p:spPr>
          <a:xfrm>
            <a:off x="3421950" y="2697310"/>
            <a:ext cx="23001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24"/>
          <p:cNvSpPr txBox="1"/>
          <p:nvPr>
            <p:ph idx="2" type="subTitle"/>
          </p:nvPr>
        </p:nvSpPr>
        <p:spPr>
          <a:xfrm>
            <a:off x="762001" y="2697338"/>
            <a:ext cx="23001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24"/>
          <p:cNvSpPr txBox="1"/>
          <p:nvPr>
            <p:ph idx="3" type="subTitle"/>
          </p:nvPr>
        </p:nvSpPr>
        <p:spPr>
          <a:xfrm>
            <a:off x="3421950" y="2238314"/>
            <a:ext cx="230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20" name="Google Shape;420;p24"/>
          <p:cNvSpPr txBox="1"/>
          <p:nvPr>
            <p:ph idx="4" type="subTitle"/>
          </p:nvPr>
        </p:nvSpPr>
        <p:spPr>
          <a:xfrm>
            <a:off x="762001" y="2238325"/>
            <a:ext cx="230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21" name="Google Shape;421;p24"/>
          <p:cNvSpPr txBox="1"/>
          <p:nvPr>
            <p:ph idx="5" type="subTitle"/>
          </p:nvPr>
        </p:nvSpPr>
        <p:spPr>
          <a:xfrm>
            <a:off x="6081899" y="2697300"/>
            <a:ext cx="23001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24"/>
          <p:cNvSpPr txBox="1"/>
          <p:nvPr>
            <p:ph idx="6" type="subTitle"/>
          </p:nvPr>
        </p:nvSpPr>
        <p:spPr>
          <a:xfrm>
            <a:off x="6081899" y="2238324"/>
            <a:ext cx="230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423" name="Google Shape;423;p24"/>
          <p:cNvGrpSpPr/>
          <p:nvPr/>
        </p:nvGrpSpPr>
        <p:grpSpPr>
          <a:xfrm>
            <a:off x="207597" y="1325967"/>
            <a:ext cx="8223185" cy="3692692"/>
            <a:chOff x="207597" y="1325967"/>
            <a:chExt cx="8223185" cy="3692692"/>
          </a:xfrm>
        </p:grpSpPr>
        <p:grpSp>
          <p:nvGrpSpPr>
            <p:cNvPr id="424" name="Google Shape;424;p24"/>
            <p:cNvGrpSpPr/>
            <p:nvPr/>
          </p:nvGrpSpPr>
          <p:grpSpPr>
            <a:xfrm flipH="1">
              <a:off x="207597" y="1325967"/>
              <a:ext cx="223500" cy="794550"/>
              <a:chOff x="8449700" y="3353100"/>
              <a:chExt cx="223500" cy="794550"/>
            </a:xfrm>
          </p:grpSpPr>
          <p:sp>
            <p:nvSpPr>
              <p:cNvPr id="425" name="Google Shape;425;p24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6" name="Google Shape;426;p24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7" name="Google Shape;427;p24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31" name="Google Shape;431;p24"/>
            <p:cNvGrpSpPr/>
            <p:nvPr/>
          </p:nvGrpSpPr>
          <p:grpSpPr>
            <a:xfrm>
              <a:off x="7467498" y="4795139"/>
              <a:ext cx="963284" cy="223521"/>
              <a:chOff x="902591" y="160753"/>
              <a:chExt cx="1317581" cy="145200"/>
            </a:xfrm>
          </p:grpSpPr>
          <p:sp>
            <p:nvSpPr>
              <p:cNvPr id="432" name="Google Shape;432;p24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5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41" name="Google Shape;441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2" name="Google Shape;442;p25"/>
          <p:cNvSpPr txBox="1"/>
          <p:nvPr>
            <p:ph idx="1" type="subTitle"/>
          </p:nvPr>
        </p:nvSpPr>
        <p:spPr>
          <a:xfrm>
            <a:off x="1983100" y="2777608"/>
            <a:ext cx="4235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3" name="Google Shape;443;p25"/>
          <p:cNvSpPr txBox="1"/>
          <p:nvPr>
            <p:ph idx="2" type="subTitle"/>
          </p:nvPr>
        </p:nvSpPr>
        <p:spPr>
          <a:xfrm>
            <a:off x="1983191" y="1595330"/>
            <a:ext cx="4235100" cy="64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25"/>
          <p:cNvSpPr txBox="1"/>
          <p:nvPr>
            <p:ph idx="3" type="subTitle"/>
          </p:nvPr>
        </p:nvSpPr>
        <p:spPr>
          <a:xfrm>
            <a:off x="1983100" y="2318614"/>
            <a:ext cx="4235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45" name="Google Shape;445;p25"/>
          <p:cNvSpPr txBox="1"/>
          <p:nvPr>
            <p:ph idx="4" type="subTitle"/>
          </p:nvPr>
        </p:nvSpPr>
        <p:spPr>
          <a:xfrm>
            <a:off x="1983200" y="1136325"/>
            <a:ext cx="4235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46" name="Google Shape;446;p25"/>
          <p:cNvSpPr txBox="1"/>
          <p:nvPr>
            <p:ph idx="5" type="subTitle"/>
          </p:nvPr>
        </p:nvSpPr>
        <p:spPr>
          <a:xfrm>
            <a:off x="1983100" y="3959875"/>
            <a:ext cx="423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7" name="Google Shape;447;p25"/>
          <p:cNvSpPr txBox="1"/>
          <p:nvPr>
            <p:ph idx="6" type="subTitle"/>
          </p:nvPr>
        </p:nvSpPr>
        <p:spPr>
          <a:xfrm>
            <a:off x="1983100" y="3500899"/>
            <a:ext cx="4235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448" name="Google Shape;448;p25"/>
          <p:cNvGrpSpPr/>
          <p:nvPr/>
        </p:nvGrpSpPr>
        <p:grpSpPr>
          <a:xfrm>
            <a:off x="5255025" y="121600"/>
            <a:ext cx="3686898" cy="3065689"/>
            <a:chOff x="5255025" y="121600"/>
            <a:chExt cx="3686898" cy="3065689"/>
          </a:xfrm>
        </p:grpSpPr>
        <p:grpSp>
          <p:nvGrpSpPr>
            <p:cNvPr id="449" name="Google Shape;449;p25"/>
            <p:cNvGrpSpPr/>
            <p:nvPr/>
          </p:nvGrpSpPr>
          <p:grpSpPr>
            <a:xfrm>
              <a:off x="8718423" y="2392739"/>
              <a:ext cx="223500" cy="794550"/>
              <a:chOff x="8449700" y="3353100"/>
              <a:chExt cx="223500" cy="794550"/>
            </a:xfrm>
          </p:grpSpPr>
          <p:sp>
            <p:nvSpPr>
              <p:cNvPr id="450" name="Google Shape;450;p25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1" name="Google Shape;451;p25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2" name="Google Shape;452;p25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3" name="Google Shape;453;p25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4" name="Google Shape;454;p25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5" name="Google Shape;455;p25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56" name="Google Shape;456;p25"/>
            <p:cNvGrpSpPr/>
            <p:nvPr/>
          </p:nvGrpSpPr>
          <p:grpSpPr>
            <a:xfrm>
              <a:off x="5255025" y="121600"/>
              <a:ext cx="963284" cy="223521"/>
              <a:chOff x="902591" y="160753"/>
              <a:chExt cx="1317581" cy="145200"/>
            </a:xfrm>
          </p:grpSpPr>
          <p:sp>
            <p:nvSpPr>
              <p:cNvPr id="457" name="Google Shape;457;p25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8" name="Google Shape;458;p25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59" name="Google Shape;459;p25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60" name="Google Shape;460;p25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61" name="Google Shape;461;p25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62" name="Google Shape;462;p25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6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6" name="Google Shape;466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7" name="Google Shape;467;p26"/>
          <p:cNvSpPr txBox="1"/>
          <p:nvPr>
            <p:ph idx="1" type="subTitle"/>
          </p:nvPr>
        </p:nvSpPr>
        <p:spPr>
          <a:xfrm>
            <a:off x="2219163" y="1905225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26"/>
          <p:cNvSpPr txBox="1"/>
          <p:nvPr>
            <p:ph idx="2" type="subTitle"/>
          </p:nvPr>
        </p:nvSpPr>
        <p:spPr>
          <a:xfrm>
            <a:off x="5379705" y="1905225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26"/>
          <p:cNvSpPr txBox="1"/>
          <p:nvPr>
            <p:ph idx="3" type="subTitle"/>
          </p:nvPr>
        </p:nvSpPr>
        <p:spPr>
          <a:xfrm>
            <a:off x="2219163" y="35481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0" name="Google Shape;470;p26"/>
          <p:cNvSpPr txBox="1"/>
          <p:nvPr>
            <p:ph idx="4" type="subTitle"/>
          </p:nvPr>
        </p:nvSpPr>
        <p:spPr>
          <a:xfrm>
            <a:off x="5379705" y="3548100"/>
            <a:ext cx="1978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1" name="Google Shape;471;p26"/>
          <p:cNvSpPr txBox="1"/>
          <p:nvPr>
            <p:ph idx="5" type="subTitle"/>
          </p:nvPr>
        </p:nvSpPr>
        <p:spPr>
          <a:xfrm>
            <a:off x="2219163" y="1445450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72" name="Google Shape;472;p26"/>
          <p:cNvSpPr txBox="1"/>
          <p:nvPr>
            <p:ph idx="6" type="subTitle"/>
          </p:nvPr>
        </p:nvSpPr>
        <p:spPr>
          <a:xfrm>
            <a:off x="2219163" y="308842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73" name="Google Shape;473;p26"/>
          <p:cNvSpPr txBox="1"/>
          <p:nvPr>
            <p:ph idx="7" type="subTitle"/>
          </p:nvPr>
        </p:nvSpPr>
        <p:spPr>
          <a:xfrm>
            <a:off x="5379688" y="1445450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474" name="Google Shape;474;p26"/>
          <p:cNvSpPr txBox="1"/>
          <p:nvPr>
            <p:ph idx="8" type="subTitle"/>
          </p:nvPr>
        </p:nvSpPr>
        <p:spPr>
          <a:xfrm>
            <a:off x="5379688" y="3088425"/>
            <a:ext cx="1978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475" name="Google Shape;475;p26"/>
          <p:cNvGrpSpPr/>
          <p:nvPr/>
        </p:nvGrpSpPr>
        <p:grpSpPr>
          <a:xfrm flipH="1">
            <a:off x="1671823" y="117192"/>
            <a:ext cx="6752186" cy="4901467"/>
            <a:chOff x="713223" y="117192"/>
            <a:chExt cx="6752186" cy="4901467"/>
          </a:xfrm>
        </p:grpSpPr>
        <p:grpSp>
          <p:nvGrpSpPr>
            <p:cNvPr id="476" name="Google Shape;476;p26"/>
            <p:cNvGrpSpPr/>
            <p:nvPr/>
          </p:nvGrpSpPr>
          <p:grpSpPr>
            <a:xfrm rot="5400000">
              <a:off x="998748" y="-168333"/>
              <a:ext cx="223500" cy="794550"/>
              <a:chOff x="8449700" y="3353100"/>
              <a:chExt cx="223500" cy="794550"/>
            </a:xfrm>
          </p:grpSpPr>
          <p:sp>
            <p:nvSpPr>
              <p:cNvPr id="477" name="Google Shape;477;p26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8" name="Google Shape;478;p26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79" name="Google Shape;479;p26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0" name="Google Shape;480;p26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1" name="Google Shape;481;p26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2" name="Google Shape;482;p26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483" name="Google Shape;483;p26"/>
            <p:cNvGrpSpPr/>
            <p:nvPr/>
          </p:nvGrpSpPr>
          <p:grpSpPr>
            <a:xfrm>
              <a:off x="6502125" y="4795139"/>
              <a:ext cx="963284" cy="223521"/>
              <a:chOff x="902591" y="160753"/>
              <a:chExt cx="1317581" cy="145200"/>
            </a:xfrm>
          </p:grpSpPr>
          <p:sp>
            <p:nvSpPr>
              <p:cNvPr id="484" name="Google Shape;484;p26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5" name="Google Shape;485;p26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6" name="Google Shape;486;p26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7" name="Google Shape;487;p26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8" name="Google Shape;488;p26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89" name="Google Shape;489;p26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27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93" name="Google Shape;49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4" name="Google Shape;494;p27"/>
          <p:cNvSpPr txBox="1"/>
          <p:nvPr>
            <p:ph idx="1" type="subTitle"/>
          </p:nvPr>
        </p:nvSpPr>
        <p:spPr>
          <a:xfrm>
            <a:off x="768715" y="2132901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5" name="Google Shape;495;p27"/>
          <p:cNvSpPr txBox="1"/>
          <p:nvPr>
            <p:ph idx="2" type="subTitle"/>
          </p:nvPr>
        </p:nvSpPr>
        <p:spPr>
          <a:xfrm>
            <a:off x="3481500" y="2132901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27"/>
          <p:cNvSpPr txBox="1"/>
          <p:nvPr>
            <p:ph idx="3" type="subTitle"/>
          </p:nvPr>
        </p:nvSpPr>
        <p:spPr>
          <a:xfrm>
            <a:off x="768715" y="3918950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27"/>
          <p:cNvSpPr txBox="1"/>
          <p:nvPr>
            <p:ph idx="4" type="subTitle"/>
          </p:nvPr>
        </p:nvSpPr>
        <p:spPr>
          <a:xfrm>
            <a:off x="3481500" y="3918950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27"/>
          <p:cNvSpPr txBox="1"/>
          <p:nvPr>
            <p:ph idx="5" type="subTitle"/>
          </p:nvPr>
        </p:nvSpPr>
        <p:spPr>
          <a:xfrm>
            <a:off x="6194285" y="2132901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27"/>
          <p:cNvSpPr txBox="1"/>
          <p:nvPr>
            <p:ph idx="6" type="subTitle"/>
          </p:nvPr>
        </p:nvSpPr>
        <p:spPr>
          <a:xfrm>
            <a:off x="6194285" y="3918950"/>
            <a:ext cx="2181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27"/>
          <p:cNvSpPr txBox="1"/>
          <p:nvPr>
            <p:ph idx="7" type="subTitle"/>
          </p:nvPr>
        </p:nvSpPr>
        <p:spPr>
          <a:xfrm>
            <a:off x="769765" y="1673875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501" name="Google Shape;501;p27"/>
          <p:cNvSpPr txBox="1"/>
          <p:nvPr>
            <p:ph idx="8" type="subTitle"/>
          </p:nvPr>
        </p:nvSpPr>
        <p:spPr>
          <a:xfrm>
            <a:off x="3482550" y="1673875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502" name="Google Shape;502;p27"/>
          <p:cNvSpPr txBox="1"/>
          <p:nvPr>
            <p:ph idx="9" type="subTitle"/>
          </p:nvPr>
        </p:nvSpPr>
        <p:spPr>
          <a:xfrm>
            <a:off x="6195335" y="1673875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503" name="Google Shape;503;p27"/>
          <p:cNvSpPr txBox="1"/>
          <p:nvPr>
            <p:ph idx="13" type="subTitle"/>
          </p:nvPr>
        </p:nvSpPr>
        <p:spPr>
          <a:xfrm>
            <a:off x="769765" y="3459900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504" name="Google Shape;504;p27"/>
          <p:cNvSpPr txBox="1"/>
          <p:nvPr>
            <p:ph idx="14" type="subTitle"/>
          </p:nvPr>
        </p:nvSpPr>
        <p:spPr>
          <a:xfrm>
            <a:off x="3482550" y="3459900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sp>
        <p:nvSpPr>
          <p:cNvPr id="505" name="Google Shape;505;p27"/>
          <p:cNvSpPr txBox="1"/>
          <p:nvPr>
            <p:ph idx="15" type="subTitle"/>
          </p:nvPr>
        </p:nvSpPr>
        <p:spPr>
          <a:xfrm>
            <a:off x="6195335" y="3459900"/>
            <a:ext cx="2178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sz="2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hakra Petch"/>
              <a:buNone/>
              <a:defRPr b="1" sz="2400">
                <a:latin typeface="Chakra Petch"/>
                <a:ea typeface="Chakra Petch"/>
                <a:cs typeface="Chakra Petch"/>
                <a:sym typeface="Chakra Petch"/>
              </a:defRPr>
            </a:lvl9pPr>
          </a:lstStyle>
          <a:p/>
        </p:txBody>
      </p:sp>
      <p:grpSp>
        <p:nvGrpSpPr>
          <p:cNvPr id="506" name="Google Shape;506;p27"/>
          <p:cNvGrpSpPr/>
          <p:nvPr/>
        </p:nvGrpSpPr>
        <p:grpSpPr>
          <a:xfrm>
            <a:off x="537823" y="117217"/>
            <a:ext cx="6234599" cy="4901442"/>
            <a:chOff x="537823" y="117217"/>
            <a:chExt cx="6234599" cy="4901442"/>
          </a:xfrm>
        </p:grpSpPr>
        <p:grpSp>
          <p:nvGrpSpPr>
            <p:cNvPr id="507" name="Google Shape;507;p27"/>
            <p:cNvGrpSpPr/>
            <p:nvPr/>
          </p:nvGrpSpPr>
          <p:grpSpPr>
            <a:xfrm flipH="1" rot="5400000">
              <a:off x="6263397" y="-168308"/>
              <a:ext cx="223500" cy="794550"/>
              <a:chOff x="8449700" y="3353100"/>
              <a:chExt cx="223500" cy="794550"/>
            </a:xfrm>
          </p:grpSpPr>
          <p:sp>
            <p:nvSpPr>
              <p:cNvPr id="508" name="Google Shape;508;p27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09" name="Google Shape;509;p27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0" name="Google Shape;510;p27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1" name="Google Shape;511;p27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2" name="Google Shape;512;p27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3" name="Google Shape;513;p27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14" name="Google Shape;514;p27"/>
            <p:cNvGrpSpPr/>
            <p:nvPr/>
          </p:nvGrpSpPr>
          <p:grpSpPr>
            <a:xfrm>
              <a:off x="537823" y="4795139"/>
              <a:ext cx="963284" cy="223521"/>
              <a:chOff x="902591" y="160753"/>
              <a:chExt cx="1317581" cy="145200"/>
            </a:xfrm>
          </p:grpSpPr>
          <p:sp>
            <p:nvSpPr>
              <p:cNvPr id="515" name="Google Shape;515;p27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6" name="Google Shape;516;p27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7" name="Google Shape;517;p27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8" name="Google Shape;518;p27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19" name="Google Shape;519;p27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20" name="Google Shape;520;p27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28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24" name="Google Shape;524;p28"/>
          <p:cNvSpPr txBox="1"/>
          <p:nvPr>
            <p:ph hasCustomPrompt="1" type="title"/>
          </p:nvPr>
        </p:nvSpPr>
        <p:spPr>
          <a:xfrm>
            <a:off x="713225" y="653800"/>
            <a:ext cx="3949500" cy="86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5" name="Google Shape;525;p28"/>
          <p:cNvSpPr txBox="1"/>
          <p:nvPr>
            <p:ph idx="1" type="subTitle"/>
          </p:nvPr>
        </p:nvSpPr>
        <p:spPr>
          <a:xfrm>
            <a:off x="713225" y="1445202"/>
            <a:ext cx="39495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6" name="Google Shape;526;p28"/>
          <p:cNvSpPr txBox="1"/>
          <p:nvPr>
            <p:ph hasCustomPrompt="1" idx="2" type="title"/>
          </p:nvPr>
        </p:nvSpPr>
        <p:spPr>
          <a:xfrm>
            <a:off x="713225" y="1983001"/>
            <a:ext cx="3949500" cy="86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7" name="Google Shape;527;p28"/>
          <p:cNvSpPr txBox="1"/>
          <p:nvPr>
            <p:ph idx="3" type="subTitle"/>
          </p:nvPr>
        </p:nvSpPr>
        <p:spPr>
          <a:xfrm>
            <a:off x="713225" y="2774256"/>
            <a:ext cx="39495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8" name="Google Shape;528;p28"/>
          <p:cNvSpPr txBox="1"/>
          <p:nvPr>
            <p:ph hasCustomPrompt="1" idx="4" type="title"/>
          </p:nvPr>
        </p:nvSpPr>
        <p:spPr>
          <a:xfrm>
            <a:off x="713225" y="3312054"/>
            <a:ext cx="3949500" cy="86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9" name="Google Shape;529;p28"/>
          <p:cNvSpPr txBox="1"/>
          <p:nvPr>
            <p:ph idx="5" type="subTitle"/>
          </p:nvPr>
        </p:nvSpPr>
        <p:spPr>
          <a:xfrm>
            <a:off x="713225" y="4103300"/>
            <a:ext cx="3949500" cy="3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0" name="Google Shape;530;p28"/>
          <p:cNvSpPr/>
          <p:nvPr>
            <p:ph idx="6" type="pic"/>
          </p:nvPr>
        </p:nvSpPr>
        <p:spPr>
          <a:xfrm flipH="1">
            <a:off x="5540275" y="689500"/>
            <a:ext cx="2728800" cy="37644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31" name="Google Shape;531;p28"/>
          <p:cNvGrpSpPr/>
          <p:nvPr/>
        </p:nvGrpSpPr>
        <p:grpSpPr>
          <a:xfrm>
            <a:off x="204295" y="772557"/>
            <a:ext cx="8739876" cy="2196468"/>
            <a:chOff x="204295" y="772557"/>
            <a:chExt cx="8739876" cy="2196468"/>
          </a:xfrm>
        </p:grpSpPr>
        <p:grpSp>
          <p:nvGrpSpPr>
            <p:cNvPr id="532" name="Google Shape;532;p28"/>
            <p:cNvGrpSpPr/>
            <p:nvPr/>
          </p:nvGrpSpPr>
          <p:grpSpPr>
            <a:xfrm>
              <a:off x="8720671" y="2174475"/>
              <a:ext cx="223500" cy="794550"/>
              <a:chOff x="8449700" y="3353100"/>
              <a:chExt cx="223500" cy="794550"/>
            </a:xfrm>
          </p:grpSpPr>
          <p:sp>
            <p:nvSpPr>
              <p:cNvPr id="533" name="Google Shape;533;p28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4" name="Google Shape;534;p28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5" name="Google Shape;535;p28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6" name="Google Shape;536;p28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7" name="Google Shape;537;p28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38" name="Google Shape;538;p28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39" name="Google Shape;539;p28"/>
            <p:cNvGrpSpPr/>
            <p:nvPr/>
          </p:nvGrpSpPr>
          <p:grpSpPr>
            <a:xfrm flipH="1" rot="5400000">
              <a:off x="-165587" y="1142439"/>
              <a:ext cx="963284" cy="223521"/>
              <a:chOff x="902591" y="160753"/>
              <a:chExt cx="1317581" cy="145200"/>
            </a:xfrm>
          </p:grpSpPr>
          <p:sp>
            <p:nvSpPr>
              <p:cNvPr id="540" name="Google Shape;540;p28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1" name="Google Shape;541;p28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2" name="Google Shape;542;p28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3" name="Google Shape;543;p28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4" name="Google Shape;544;p28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45" name="Google Shape;545;p28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9"/>
          <p:cNvSpPr/>
          <p:nvPr/>
        </p:nvSpPr>
        <p:spPr>
          <a:xfrm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9" name="Google Shape;54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50" name="Google Shape;550;p29"/>
          <p:cNvGrpSpPr/>
          <p:nvPr/>
        </p:nvGrpSpPr>
        <p:grpSpPr>
          <a:xfrm>
            <a:off x="713225" y="121600"/>
            <a:ext cx="7710773" cy="4903650"/>
            <a:chOff x="713225" y="121600"/>
            <a:chExt cx="7710773" cy="4903650"/>
          </a:xfrm>
        </p:grpSpPr>
        <p:grpSp>
          <p:nvGrpSpPr>
            <p:cNvPr id="551" name="Google Shape;551;p29"/>
            <p:cNvGrpSpPr/>
            <p:nvPr/>
          </p:nvGrpSpPr>
          <p:grpSpPr>
            <a:xfrm rot="5400000">
              <a:off x="7914973" y="4516225"/>
              <a:ext cx="223500" cy="794550"/>
              <a:chOff x="8449700" y="3353100"/>
              <a:chExt cx="223500" cy="794550"/>
            </a:xfrm>
          </p:grpSpPr>
          <p:sp>
            <p:nvSpPr>
              <p:cNvPr id="552" name="Google Shape;552;p29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3" name="Google Shape;553;p29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4" name="Google Shape;554;p29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5" name="Google Shape;555;p29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6" name="Google Shape;556;p29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57" name="Google Shape;557;p29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58" name="Google Shape;558;p29"/>
            <p:cNvGrpSpPr/>
            <p:nvPr/>
          </p:nvGrpSpPr>
          <p:grpSpPr>
            <a:xfrm>
              <a:off x="713225" y="121600"/>
              <a:ext cx="963284" cy="223521"/>
              <a:chOff x="902591" y="160753"/>
              <a:chExt cx="1317581" cy="145200"/>
            </a:xfrm>
          </p:grpSpPr>
          <p:sp>
            <p:nvSpPr>
              <p:cNvPr id="559" name="Google Shape;559;p29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0" name="Google Shape;560;p29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1" name="Google Shape;561;p29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2" name="Google Shape;562;p29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3" name="Google Shape;563;p29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4" name="Google Shape;564;p29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Google Shape;56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30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68" name="Google Shape;568;p30"/>
          <p:cNvSpPr txBox="1"/>
          <p:nvPr>
            <p:ph type="title"/>
          </p:nvPr>
        </p:nvSpPr>
        <p:spPr>
          <a:xfrm>
            <a:off x="4354925" y="746450"/>
            <a:ext cx="3205800" cy="91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9" name="Google Shape;569;p30"/>
          <p:cNvSpPr txBox="1"/>
          <p:nvPr>
            <p:ph idx="1" type="subTitle"/>
          </p:nvPr>
        </p:nvSpPr>
        <p:spPr>
          <a:xfrm>
            <a:off x="4354900" y="1661750"/>
            <a:ext cx="3205800" cy="11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30"/>
          <p:cNvSpPr txBox="1"/>
          <p:nvPr/>
        </p:nvSpPr>
        <p:spPr>
          <a:xfrm>
            <a:off x="4175575" y="3392325"/>
            <a:ext cx="35646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CREDITS:</a:t>
            </a:r>
            <a:r>
              <a:rPr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This presentation template was created by </a:t>
            </a:r>
            <a:r>
              <a:rPr b="1" lang="en" sz="1200" u="sng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, and includes icons by </a:t>
            </a:r>
            <a:r>
              <a:rPr b="1" lang="en" sz="1200" u="sng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b="1" lang="en" sz="1200" u="sng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1" sz="1200" u="sng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71" name="Google Shape;571;p30"/>
          <p:cNvSpPr/>
          <p:nvPr>
            <p:ph idx="2" type="pic"/>
          </p:nvPr>
        </p:nvSpPr>
        <p:spPr>
          <a:xfrm>
            <a:off x="874925" y="1039800"/>
            <a:ext cx="2728800" cy="3063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572" name="Google Shape;572;p30"/>
          <p:cNvGrpSpPr/>
          <p:nvPr/>
        </p:nvGrpSpPr>
        <p:grpSpPr>
          <a:xfrm>
            <a:off x="205904" y="983844"/>
            <a:ext cx="8740466" cy="2570481"/>
            <a:chOff x="205904" y="983844"/>
            <a:chExt cx="8740466" cy="2570481"/>
          </a:xfrm>
        </p:grpSpPr>
        <p:grpSp>
          <p:nvGrpSpPr>
            <p:cNvPr id="573" name="Google Shape;573;p30"/>
            <p:cNvGrpSpPr/>
            <p:nvPr/>
          </p:nvGrpSpPr>
          <p:grpSpPr>
            <a:xfrm flipH="1">
              <a:off x="8722870" y="2759775"/>
              <a:ext cx="223500" cy="794550"/>
              <a:chOff x="8449700" y="3353100"/>
              <a:chExt cx="223500" cy="794550"/>
            </a:xfrm>
          </p:grpSpPr>
          <p:sp>
            <p:nvSpPr>
              <p:cNvPr id="574" name="Google Shape;574;p30"/>
              <p:cNvSpPr/>
              <p:nvPr/>
            </p:nvSpPr>
            <p:spPr>
              <a:xfrm>
                <a:off x="8449700" y="33531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5" name="Google Shape;575;p30"/>
              <p:cNvSpPr/>
              <p:nvPr/>
            </p:nvSpPr>
            <p:spPr>
              <a:xfrm>
                <a:off x="8449700" y="35020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6" name="Google Shape;576;p30"/>
              <p:cNvSpPr/>
              <p:nvPr/>
            </p:nvSpPr>
            <p:spPr>
              <a:xfrm>
                <a:off x="8449700" y="36510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7" name="Google Shape;577;p30"/>
              <p:cNvSpPr/>
              <p:nvPr/>
            </p:nvSpPr>
            <p:spPr>
              <a:xfrm>
                <a:off x="8449700" y="37999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8" name="Google Shape;578;p30"/>
              <p:cNvSpPr/>
              <p:nvPr/>
            </p:nvSpPr>
            <p:spPr>
              <a:xfrm>
                <a:off x="8449700" y="394890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79" name="Google Shape;579;p30"/>
              <p:cNvSpPr/>
              <p:nvPr/>
            </p:nvSpPr>
            <p:spPr>
              <a:xfrm>
                <a:off x="8449700" y="4097850"/>
                <a:ext cx="223500" cy="498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  <p:grpSp>
          <p:nvGrpSpPr>
            <p:cNvPr id="580" name="Google Shape;580;p30"/>
            <p:cNvGrpSpPr/>
            <p:nvPr/>
          </p:nvGrpSpPr>
          <p:grpSpPr>
            <a:xfrm flipH="1" rot="5400000">
              <a:off x="-163977" y="1353725"/>
              <a:ext cx="963284" cy="223521"/>
              <a:chOff x="902591" y="160753"/>
              <a:chExt cx="1317581" cy="145200"/>
            </a:xfrm>
          </p:grpSpPr>
          <p:sp>
            <p:nvSpPr>
              <p:cNvPr id="581" name="Google Shape;581;p30"/>
              <p:cNvSpPr/>
              <p:nvPr/>
            </p:nvSpPr>
            <p:spPr>
              <a:xfrm>
                <a:off x="902591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2" name="Google Shape;582;p30"/>
              <p:cNvSpPr/>
              <p:nvPr/>
            </p:nvSpPr>
            <p:spPr>
              <a:xfrm>
                <a:off x="1127587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3" name="Google Shape;583;p30"/>
              <p:cNvSpPr/>
              <p:nvPr/>
            </p:nvSpPr>
            <p:spPr>
              <a:xfrm>
                <a:off x="1352583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4" name="Google Shape;584;p30"/>
              <p:cNvSpPr/>
              <p:nvPr/>
            </p:nvSpPr>
            <p:spPr>
              <a:xfrm>
                <a:off x="1577579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5" name="Google Shape;585;p30"/>
              <p:cNvSpPr/>
              <p:nvPr/>
            </p:nvSpPr>
            <p:spPr>
              <a:xfrm>
                <a:off x="1802576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86" name="Google Shape;586;p30"/>
              <p:cNvSpPr/>
              <p:nvPr/>
            </p:nvSpPr>
            <p:spPr>
              <a:xfrm>
                <a:off x="2027572" y="160753"/>
                <a:ext cx="192600" cy="145200"/>
              </a:xfrm>
              <a:prstGeom prst="parallelogram">
                <a:avLst>
                  <a:gd fmla="val 58532" name="adj"/>
                </a:avLst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2"/>
          <p:cNvSpPr/>
          <p:nvPr/>
        </p:nvSpPr>
        <p:spPr>
          <a:xfrm flipH="1">
            <a:off x="314400" y="234000"/>
            <a:ext cx="8515200" cy="4675500"/>
          </a:xfrm>
          <a:prstGeom prst="snip2DiagRect">
            <a:avLst>
              <a:gd fmla="val 0" name="adj1"/>
              <a:gd fmla="val 1009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hakra Petch Medium"/>
              <a:buNone/>
              <a:defRPr sz="3000">
                <a:solidFill>
                  <a:schemeClr val="dk1"/>
                </a:solidFill>
                <a:latin typeface="Chakra Petch Medium"/>
                <a:ea typeface="Chakra Petch Medium"/>
                <a:cs typeface="Chakra Petch Medium"/>
                <a:sym typeface="Chakra Petch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●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○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Sans"/>
              <a:buChar char="■"/>
              <a:defRPr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6.jpg"/><Relationship Id="rId7" Type="http://schemas.openxmlformats.org/officeDocument/2006/relationships/hyperlink" Target="http://hhs.gov" TargetMode="External"/><Relationship Id="rId8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3"/>
          <p:cNvSpPr/>
          <p:nvPr/>
        </p:nvSpPr>
        <p:spPr>
          <a:xfrm>
            <a:off x="5387875" y="1001875"/>
            <a:ext cx="2747400" cy="34446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97" name="Google Shape;597;p33"/>
          <p:cNvSpPr txBox="1"/>
          <p:nvPr>
            <p:ph type="ctrTitle"/>
          </p:nvPr>
        </p:nvSpPr>
        <p:spPr>
          <a:xfrm>
            <a:off x="713225" y="636175"/>
            <a:ext cx="4040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600"/>
              <a:t>HIPAA</a:t>
            </a:r>
            <a:endParaRPr sz="8600"/>
          </a:p>
        </p:txBody>
      </p:sp>
      <p:sp>
        <p:nvSpPr>
          <p:cNvPr id="598" name="Google Shape;598;p33"/>
          <p:cNvSpPr txBox="1"/>
          <p:nvPr>
            <p:ph idx="1" type="subTitle"/>
          </p:nvPr>
        </p:nvSpPr>
        <p:spPr>
          <a:xfrm>
            <a:off x="713250" y="1663700"/>
            <a:ext cx="4040100" cy="7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Health Insurance Portability &amp; Accountability Act</a:t>
            </a:r>
            <a:endParaRPr b="1" sz="1800"/>
          </a:p>
        </p:txBody>
      </p:sp>
      <p:pic>
        <p:nvPicPr>
          <p:cNvPr id="599" name="Google Shape;599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654" l="0" r="0" t="14654"/>
          <a:stretch/>
        </p:blipFill>
        <p:spPr>
          <a:xfrm>
            <a:off x="5549575" y="849450"/>
            <a:ext cx="2728800" cy="3444600"/>
          </a:xfrm>
          <a:prstGeom prst="snip2DiagRect">
            <a:avLst>
              <a:gd fmla="val 0" name="adj1"/>
              <a:gd fmla="val 16667" name="adj2"/>
            </a:avLst>
          </a:prstGeom>
        </p:spPr>
      </p:pic>
      <p:sp>
        <p:nvSpPr>
          <p:cNvPr id="600" name="Google Shape;600;p33"/>
          <p:cNvSpPr/>
          <p:nvPr/>
        </p:nvSpPr>
        <p:spPr>
          <a:xfrm>
            <a:off x="4571450" y="508450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1" name="Google Shape;601;p33"/>
          <p:cNvSpPr/>
          <p:nvPr/>
        </p:nvSpPr>
        <p:spPr>
          <a:xfrm>
            <a:off x="713225" y="2644250"/>
            <a:ext cx="1912500" cy="57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Fira Sans"/>
                <a:ea typeface="Fira Sans"/>
                <a:cs typeface="Fira Sans"/>
                <a:sym typeface="Fira Sans"/>
              </a:rPr>
              <a:t>PRIVACY RULE</a:t>
            </a:r>
            <a:endParaRPr b="1" sz="19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2" name="Google Shape;602;p33"/>
          <p:cNvSpPr/>
          <p:nvPr/>
        </p:nvSpPr>
        <p:spPr>
          <a:xfrm>
            <a:off x="3050550" y="2644250"/>
            <a:ext cx="1912500" cy="572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Fira Sans"/>
                <a:ea typeface="Fira Sans"/>
                <a:cs typeface="Fira Sans"/>
                <a:sym typeface="Fira Sans"/>
              </a:rPr>
              <a:t>SECURITY RULE</a:t>
            </a:r>
            <a:endParaRPr b="1" sz="19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3" name="Google Shape;603;p33"/>
          <p:cNvSpPr/>
          <p:nvPr/>
        </p:nvSpPr>
        <p:spPr>
          <a:xfrm>
            <a:off x="713225" y="3618425"/>
            <a:ext cx="1912500" cy="57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4" name="Google Shape;604;p33"/>
          <p:cNvSpPr/>
          <p:nvPr/>
        </p:nvSpPr>
        <p:spPr>
          <a:xfrm>
            <a:off x="3050550" y="3618425"/>
            <a:ext cx="1912500" cy="57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5" name="Google Shape;605;p33"/>
          <p:cNvSpPr txBox="1"/>
          <p:nvPr/>
        </p:nvSpPr>
        <p:spPr>
          <a:xfrm>
            <a:off x="713175" y="3520050"/>
            <a:ext cx="1912500" cy="76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Breach Notification</a:t>
            </a:r>
            <a:endParaRPr b="1" sz="19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06" name="Google Shape;606;p33"/>
          <p:cNvSpPr txBox="1"/>
          <p:nvPr/>
        </p:nvSpPr>
        <p:spPr>
          <a:xfrm>
            <a:off x="2962475" y="3535350"/>
            <a:ext cx="2000700" cy="80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r>
              <a:rPr b="1" lang="en" sz="2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nforcement Rule</a:t>
            </a:r>
            <a:endParaRPr b="1" sz="20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4"/>
          <p:cNvSpPr txBox="1"/>
          <p:nvPr>
            <p:ph type="title"/>
          </p:nvPr>
        </p:nvSpPr>
        <p:spPr>
          <a:xfrm>
            <a:off x="713250" y="247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HIPAA?</a:t>
            </a:r>
            <a:endParaRPr/>
          </a:p>
        </p:txBody>
      </p:sp>
      <p:sp>
        <p:nvSpPr>
          <p:cNvPr id="612" name="Google Shape;612;p34"/>
          <p:cNvSpPr txBox="1"/>
          <p:nvPr/>
        </p:nvSpPr>
        <p:spPr>
          <a:xfrm>
            <a:off x="713250" y="820275"/>
            <a:ext cx="7704000" cy="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HIPAA is a U.S. federal law that protects patients’ private health information.</a:t>
            </a:r>
            <a:endParaRPr b="1" sz="13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Any organization that handles medical records, insurance information, or health‑related data must follow HIPAA or face significant penalties.</a:t>
            </a:r>
            <a:endParaRPr b="1" sz="13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8176150" y="401635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14" name="Google Shape;614;p34"/>
          <p:cNvGraphicFramePr/>
          <p:nvPr/>
        </p:nvGraphicFramePr>
        <p:xfrm>
          <a:off x="713250" y="254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488150"/>
                <a:gridCol w="1488150"/>
              </a:tblGrid>
              <a:tr h="377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Hospitals &amp; Clinics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Pharmacies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Dental Offices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Health Insurers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4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Healthcare IT Vendors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Labs &amp; Testing Centers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5" name="Google Shape;615;p34"/>
          <p:cNvSpPr txBox="1"/>
          <p:nvPr/>
        </p:nvSpPr>
        <p:spPr>
          <a:xfrm>
            <a:off x="1075700" y="2010125"/>
            <a:ext cx="243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WHO MUST COMPLY?</a:t>
            </a:r>
            <a:endParaRPr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16" name="Google Shape;616;p34"/>
          <p:cNvGraphicFramePr/>
          <p:nvPr/>
        </p:nvGraphicFramePr>
        <p:xfrm>
          <a:off x="4066575" y="1789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4543950"/>
              </a:tblGrid>
              <a:tr h="71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Privacy Rule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Controls who can view and use patient information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82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Security Rule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Requires administrative, physical, and technical safeguards for electronic records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Breach Notification Rule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Requires notifying patients within 60 days after a breach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3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Enforcement Rule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Establishes fines up to $1.9M per violation category per year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7" name="Google Shape;617;p34"/>
          <p:cNvSpPr txBox="1"/>
          <p:nvPr/>
        </p:nvSpPr>
        <p:spPr>
          <a:xfrm>
            <a:off x="5518650" y="1389113"/>
            <a:ext cx="195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The 4 HIPAA RULES</a:t>
            </a:r>
            <a:endParaRPr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5"/>
          <p:cNvSpPr/>
          <p:nvPr/>
        </p:nvSpPr>
        <p:spPr>
          <a:xfrm>
            <a:off x="6251325" y="2502850"/>
            <a:ext cx="2405400" cy="23310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23" name="Google Shape;623;p35"/>
          <p:cNvSpPr txBox="1"/>
          <p:nvPr>
            <p:ph type="title"/>
          </p:nvPr>
        </p:nvSpPr>
        <p:spPr>
          <a:xfrm>
            <a:off x="865625" y="407175"/>
            <a:ext cx="3634500" cy="10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latin typeface="Fira Sans"/>
                <a:ea typeface="Fira Sans"/>
                <a:cs typeface="Fira Sans"/>
                <a:sym typeface="Fira Sans"/>
              </a:rPr>
              <a:t>PROJECT SCENARIO – BLUE STAR MEDICAL CLINIC</a:t>
            </a:r>
            <a:endParaRPr b="1" sz="1800"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24" name="Google Shape;624;p35"/>
          <p:cNvSpPr txBox="1"/>
          <p:nvPr>
            <p:ph idx="1" type="subTitle"/>
          </p:nvPr>
        </p:nvSpPr>
        <p:spPr>
          <a:xfrm>
            <a:off x="865625" y="1352175"/>
            <a:ext cx="4343700" cy="32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You are a cybersecurity analyst hired by Blue Star Medical Clinic.</a:t>
            </a:r>
            <a:br>
              <a:rPr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They store 1,200 patient health records digitally.</a:t>
            </a:r>
            <a:br>
              <a:rPr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Your job is to evaluate HIPAA compliance and build a remediation plan.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625" name="Google Shape;625;p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00" l="0" r="0" t="22195"/>
          <a:stretch/>
        </p:blipFill>
        <p:spPr>
          <a:xfrm>
            <a:off x="6606725" y="548100"/>
            <a:ext cx="1884900" cy="2440200"/>
          </a:xfrm>
          <a:prstGeom prst="snip2DiagRect">
            <a:avLst>
              <a:gd fmla="val 0" name="adj1"/>
              <a:gd fmla="val 16667" name="adj2"/>
            </a:avLst>
          </a:prstGeom>
        </p:spPr>
      </p:pic>
      <p:sp>
        <p:nvSpPr>
          <p:cNvPr id="626" name="Google Shape;626;p35"/>
          <p:cNvSpPr/>
          <p:nvPr/>
        </p:nvSpPr>
        <p:spPr>
          <a:xfrm>
            <a:off x="5287175" y="3953100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File:Expo 2012 Medical Clinic Center.JPG - Wikimedia Commons" id="627" name="Google Shape;62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8475" y="3296000"/>
            <a:ext cx="2141399" cy="140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6"/>
          <p:cNvSpPr/>
          <p:nvPr/>
        </p:nvSpPr>
        <p:spPr>
          <a:xfrm flipH="1">
            <a:off x="71925" y="1038250"/>
            <a:ext cx="2747400" cy="34659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633" name="Google Shape;633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340" l="0" r="0" t="6340"/>
          <a:stretch/>
        </p:blipFill>
        <p:spPr>
          <a:xfrm flipH="1">
            <a:off x="300675" y="783475"/>
            <a:ext cx="2289900" cy="3576600"/>
          </a:xfrm>
          <a:prstGeom prst="snip2DiagRect">
            <a:avLst>
              <a:gd fmla="val 0" name="adj1"/>
              <a:gd fmla="val 16667" name="adj2"/>
            </a:avLst>
          </a:prstGeom>
        </p:spPr>
      </p:pic>
      <p:grpSp>
        <p:nvGrpSpPr>
          <p:cNvPr id="634" name="Google Shape;634;p36"/>
          <p:cNvGrpSpPr/>
          <p:nvPr/>
        </p:nvGrpSpPr>
        <p:grpSpPr>
          <a:xfrm rot="5400000">
            <a:off x="1559448" y="100008"/>
            <a:ext cx="223500" cy="794550"/>
            <a:chOff x="8449700" y="3353100"/>
            <a:chExt cx="223500" cy="794550"/>
          </a:xfrm>
        </p:grpSpPr>
        <p:sp>
          <p:nvSpPr>
            <p:cNvPr id="635" name="Google Shape;635;p36"/>
            <p:cNvSpPr/>
            <p:nvPr/>
          </p:nvSpPr>
          <p:spPr>
            <a:xfrm>
              <a:off x="8449700" y="335310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8449700" y="350205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37" name="Google Shape;637;p36"/>
            <p:cNvSpPr/>
            <p:nvPr/>
          </p:nvSpPr>
          <p:spPr>
            <a:xfrm>
              <a:off x="8449700" y="365100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38" name="Google Shape;638;p36"/>
            <p:cNvSpPr/>
            <p:nvPr/>
          </p:nvSpPr>
          <p:spPr>
            <a:xfrm>
              <a:off x="8449700" y="379995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39" name="Google Shape;639;p36"/>
            <p:cNvSpPr/>
            <p:nvPr/>
          </p:nvSpPr>
          <p:spPr>
            <a:xfrm>
              <a:off x="8449700" y="394890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8449700" y="4097850"/>
              <a:ext cx="223500" cy="49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641" name="Google Shape;641;p36"/>
          <p:cNvSpPr/>
          <p:nvPr/>
        </p:nvSpPr>
        <p:spPr>
          <a:xfrm>
            <a:off x="71936" y="211085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42" name="Google Shape;642;p36"/>
          <p:cNvGraphicFramePr/>
          <p:nvPr/>
        </p:nvGraphicFramePr>
        <p:xfrm>
          <a:off x="3083875" y="322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764875"/>
              </a:tblGrid>
              <a:tr h="66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 u="sng">
                          <a:solidFill>
                            <a:srgbClr val="00FF00"/>
                          </a:solidFill>
                        </a:rPr>
                        <a:t>What the Clinic Has</a:t>
                      </a:r>
                      <a:endParaRPr b="1" sz="1600" u="sng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Electronic Health Record (EHR) software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Cloud storage for patient files (Google Drive)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50 employees with access to various systems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Basic username/password logins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Paper sign‑in sheets at reception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FF00"/>
                          </a:solidFill>
                        </a:rPr>
                        <a:t>No formal security policies</a:t>
                      </a:r>
                      <a:endParaRPr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43" name="Google Shape;643;p36"/>
          <p:cNvGraphicFramePr/>
          <p:nvPr/>
        </p:nvGraphicFramePr>
        <p:xfrm>
          <a:off x="6113300" y="325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764875"/>
              </a:tblGrid>
              <a:tr h="66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 u="sng">
                          <a:solidFill>
                            <a:srgbClr val="FF0000"/>
                          </a:solidFill>
                        </a:rPr>
                        <a:t>HIPAA Gaps Identified</a:t>
                      </a:r>
                      <a:endParaRPr b="1" sz="1600" u="sng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No Multifactor Authentication (MFA)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Patient data not encrypted at rest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No formal HIPAA training for employees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Missing Business Associate Agreements (BAAs)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No documented incident-response plan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Audit logs not being 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00"/>
                          </a:solidFill>
                        </a:rPr>
                        <a:t>reviewed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"/>
          <p:cNvSpPr txBox="1"/>
          <p:nvPr>
            <p:ph type="title"/>
          </p:nvPr>
        </p:nvSpPr>
        <p:spPr>
          <a:xfrm>
            <a:off x="441575" y="242100"/>
            <a:ext cx="30921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accent2"/>
                </a:solidFill>
                <a:latin typeface="Chakra Petch"/>
                <a:ea typeface="Chakra Petch"/>
                <a:cs typeface="Chakra Petch"/>
                <a:sym typeface="Chakra Petch"/>
              </a:rPr>
              <a:t>HIPAA PRIVACY RULE</a:t>
            </a:r>
            <a:endParaRPr b="1" sz="1800">
              <a:solidFill>
                <a:schemeClr val="accent2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49" name="Google Shape;649;p37"/>
          <p:cNvSpPr txBox="1"/>
          <p:nvPr>
            <p:ph idx="4" type="subTitle"/>
          </p:nvPr>
        </p:nvSpPr>
        <p:spPr>
          <a:xfrm>
            <a:off x="564875" y="1064700"/>
            <a:ext cx="79266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hakra Petch"/>
                <a:ea typeface="Chakra Petch"/>
                <a:cs typeface="Chakra Petch"/>
                <a:sym typeface="Chakra Petch"/>
              </a:rPr>
              <a:t>WHAT IS PHI? - Protected health information is any information that can identify a patient named date of birth diagnosis insurance ID address phone number photos or any combination of these.</a:t>
            </a:r>
            <a:endParaRPr b="1" sz="1300"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7809611" y="499185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51" name="Google Shape;651;p37"/>
          <p:cNvSpPr txBox="1"/>
          <p:nvPr/>
        </p:nvSpPr>
        <p:spPr>
          <a:xfrm>
            <a:off x="3717900" y="242100"/>
            <a:ext cx="46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CONTROLS WHO CAN ACCESS AND USE PROTECTED HEALTH INFORMATION (PHI)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52" name="Google Shape;652;p37"/>
          <p:cNvGraphicFramePr/>
          <p:nvPr/>
        </p:nvGraphicFramePr>
        <p:xfrm>
          <a:off x="564875" y="180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845075"/>
              </a:tblGrid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Minimum Necessary Rule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Share the minimum info details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1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Receptionist doesn't need diagnosis details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1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Billing only sees payment info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89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Apply to all staff and vendors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3" name="Google Shape;653;p37"/>
          <p:cNvGraphicFramePr/>
          <p:nvPr/>
        </p:nvGraphicFramePr>
        <p:xfrm>
          <a:off x="3409950" y="1801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556500"/>
              </a:tblGrid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                           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</a:rPr>
                        <a:t>   </a:t>
                      </a:r>
                      <a:r>
                        <a:rPr b="1" lang="en" sz="160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 Patient Rights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Patience can request their own records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Patients can request corrections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9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Patience can restrict who sees their info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44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2"/>
                          </a:solidFill>
                        </a:rPr>
                        <a:t>Must respond within 30 days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54" name="Google Shape;654;p37"/>
          <p:cNvGraphicFramePr/>
          <p:nvPr/>
        </p:nvGraphicFramePr>
        <p:xfrm>
          <a:off x="5966438" y="180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618775"/>
              </a:tblGrid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   </a:t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    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Permitted disclosures</a:t>
                      </a:r>
                      <a:r>
                        <a:rPr b="1" lang="en"/>
                        <a:t>    </a:t>
                      </a:r>
                      <a:r>
                        <a:rPr lang="en"/>
                        <a:t>                                     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8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Can share with treating providers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8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Can share for billing purposes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8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Can share for public health reporting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7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2"/>
                          </a:solidFill>
                        </a:rPr>
                        <a:t>Never share for marketing without consent</a:t>
                      </a:r>
                      <a:endParaRPr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8"/>
          <p:cNvSpPr txBox="1"/>
          <p:nvPr>
            <p:ph type="title"/>
          </p:nvPr>
        </p:nvSpPr>
        <p:spPr>
          <a:xfrm>
            <a:off x="441575" y="242100"/>
            <a:ext cx="31848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FF00"/>
                </a:solidFill>
              </a:rPr>
              <a:t>HIPAA Privacy Rule</a:t>
            </a:r>
            <a:endParaRPr sz="1800">
              <a:solidFill>
                <a:srgbClr val="00FF00"/>
              </a:solidFill>
            </a:endParaRPr>
          </a:p>
        </p:txBody>
      </p:sp>
      <p:sp>
        <p:nvSpPr>
          <p:cNvPr id="660" name="Google Shape;660;p38"/>
          <p:cNvSpPr txBox="1"/>
          <p:nvPr>
            <p:ph idx="4" type="subTitle"/>
          </p:nvPr>
        </p:nvSpPr>
        <p:spPr>
          <a:xfrm>
            <a:off x="564875" y="857700"/>
            <a:ext cx="79266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Chakra Petch"/>
                <a:ea typeface="Chakra Petch"/>
                <a:cs typeface="Chakra Petch"/>
                <a:sym typeface="Chakra Petch"/>
              </a:rPr>
              <a:t>WHAT IS PHI? - </a:t>
            </a:r>
            <a:r>
              <a:rPr b="1" lang="en" sz="1300">
                <a:solidFill>
                  <a:schemeClr val="dk2"/>
                </a:solidFill>
                <a:latin typeface="Chakra Petch"/>
                <a:ea typeface="Chakra Petch"/>
                <a:cs typeface="Chakra Petch"/>
                <a:sym typeface="Chakra Petch"/>
              </a:rPr>
              <a:t>Protected health information is any information that can identify a patient named , date of birth diagnosis insurance ID address phone number photos or any combination of these.</a:t>
            </a:r>
            <a:endParaRPr b="1" sz="1300">
              <a:solidFill>
                <a:schemeClr val="dk2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61" name="Google Shape;661;p38"/>
          <p:cNvSpPr/>
          <p:nvPr/>
        </p:nvSpPr>
        <p:spPr>
          <a:xfrm>
            <a:off x="8267611" y="499185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62" name="Google Shape;662;p38"/>
          <p:cNvSpPr txBox="1"/>
          <p:nvPr/>
        </p:nvSpPr>
        <p:spPr>
          <a:xfrm>
            <a:off x="3827375" y="220500"/>
            <a:ext cx="398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REQUIRES</a:t>
            </a:r>
            <a:r>
              <a:rPr b="1"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3 TYPES OF SAFEGUARDS TO PROTECT ELECTRONIC (e</a:t>
            </a:r>
            <a:r>
              <a:rPr b="1"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PHI)</a:t>
            </a:r>
            <a:endParaRPr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63" name="Google Shape;663;p38"/>
          <p:cNvGraphicFramePr/>
          <p:nvPr/>
        </p:nvGraphicFramePr>
        <p:xfrm>
          <a:off x="677813" y="143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863225"/>
              </a:tblGrid>
              <a:tr h="40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ADMINISTRATIVE</a:t>
                      </a: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 SAFEGUARDS</a:t>
                      </a:r>
                      <a:endParaRPr b="1" sz="12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0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RISK ANALYSIS</a:t>
                      </a:r>
                      <a:endParaRPr b="1" sz="1100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Conduct a written risk assessment identify every threat to ePHI.</a:t>
                      </a:r>
                      <a:endParaRPr b="1" sz="11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8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WORKFORCE TRAINING</a:t>
                      </a:r>
                      <a:endParaRPr b="1" sz="1200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Train ALL employees on HIPAA annually, Document it.</a:t>
                      </a:r>
                      <a:endParaRPr b="1" sz="12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4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ACCESS </a:t>
                      </a: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MANAGEMENT</a:t>
                      </a:r>
                      <a:br>
                        <a:rPr b="1" lang="en" sz="1100">
                          <a:solidFill>
                            <a:srgbClr val="00FF00"/>
                          </a:solidFill>
                        </a:rPr>
                      </a:b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Formal process for granting and revoking system access.</a:t>
                      </a:r>
                      <a:endParaRPr b="1" sz="11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CONTINGENCY PLAN</a:t>
                      </a:r>
                      <a:endParaRPr b="1" sz="1100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FF00"/>
                          </a:solidFill>
                        </a:rPr>
                        <a:t>Written for data backup and disaster recovery</a:t>
                      </a:r>
                      <a:endParaRPr b="1" sz="11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64" name="Google Shape;664;p38"/>
          <p:cNvGraphicFramePr/>
          <p:nvPr/>
        </p:nvGraphicFramePr>
        <p:xfrm>
          <a:off x="3541038" y="143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621925"/>
              </a:tblGrid>
              <a:tr h="4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9900FF"/>
                          </a:solidFill>
                        </a:rPr>
                        <a:t>PHYSICAL SAFEGUARDS</a:t>
                      </a:r>
                      <a:endParaRPr b="1" sz="12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6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FACILITY ACCESS CONTROLS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Locked server rooms, keycards access, </a:t>
                      </a: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visitor</a:t>
                      </a: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 logs.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4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WORKSTATION SECURITY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Screen locks, privacy screen, no unattended sessions.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DEVICE CONTROLS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POlicy for </a:t>
                      </a: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laptops</a:t>
                      </a: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, USB drives, and mobile.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3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DISPOSAL POLICY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9900FF"/>
                          </a:solidFill>
                        </a:rPr>
                        <a:t>Shred paper records, wipe drives before disposing of hardware.</a:t>
                      </a:r>
                      <a:endParaRPr b="1" sz="1100">
                        <a:solidFill>
                          <a:srgbClr val="99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65" name="Google Shape;665;p38"/>
          <p:cNvGraphicFramePr/>
          <p:nvPr/>
        </p:nvGraphicFramePr>
        <p:xfrm>
          <a:off x="6162963" y="1426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535900"/>
              </a:tblGrid>
              <a:tr h="40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C3B1"/>
                          </a:solidFill>
                        </a:rPr>
                        <a:t>TECHNICAL SAFEGUARDS</a:t>
                      </a:r>
                      <a:r>
                        <a:rPr b="1" lang="en" sz="1200">
                          <a:solidFill>
                            <a:srgbClr val="00C3B1"/>
                          </a:solidFill>
                        </a:rPr>
                        <a:t>    </a:t>
                      </a:r>
                      <a:r>
                        <a:rPr lang="en" sz="1200">
                          <a:solidFill>
                            <a:srgbClr val="00C3B1"/>
                          </a:solidFill>
                        </a:rPr>
                        <a:t>  </a:t>
                      </a:r>
                      <a:r>
                        <a:rPr lang="en"/>
                        <a:t>                                   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7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ACCESS CONTROLS</a:t>
                      </a:r>
                      <a:br>
                        <a:rPr b="1" lang="en" sz="1100">
                          <a:solidFill>
                            <a:srgbClr val="00C3B1"/>
                          </a:solidFill>
                        </a:rPr>
                      </a:b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Unique user IDs, MFA, auto-logoff after after 15 min idle.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AUDIT CONTROLS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Log all access to patient records who, when, what.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ENCRYPTION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Encrypt ePHI at rest (AES-256) and in transit (TLS 1.2+)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95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INTEGRITY CONTROLS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Verify data </a:t>
                      </a: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hasn't</a:t>
                      </a:r>
                      <a:r>
                        <a:rPr b="1" lang="en" sz="1100">
                          <a:solidFill>
                            <a:srgbClr val="00C3B1"/>
                          </a:solidFill>
                        </a:rPr>
                        <a:t> altered use checksum/hashing.</a:t>
                      </a:r>
                      <a:endParaRPr b="1" sz="1100">
                        <a:solidFill>
                          <a:srgbClr val="00C3B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0000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9"/>
          <p:cNvSpPr txBox="1"/>
          <p:nvPr>
            <p:ph type="title"/>
          </p:nvPr>
        </p:nvSpPr>
        <p:spPr>
          <a:xfrm>
            <a:off x="561475" y="266250"/>
            <a:ext cx="3966600" cy="4227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Chakra Petch"/>
                <a:ea typeface="Chakra Petch"/>
                <a:cs typeface="Chakra Petch"/>
                <a:sym typeface="Chakra Petch"/>
              </a:rPr>
              <a:t>HIPAA BREACH NOTIFICATION RULE</a:t>
            </a:r>
            <a:endParaRPr b="1" sz="1700">
              <a:solidFill>
                <a:schemeClr val="dk2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  <p:sp>
        <p:nvSpPr>
          <p:cNvPr id="671" name="Google Shape;671;p39"/>
          <p:cNvSpPr txBox="1"/>
          <p:nvPr>
            <p:ph idx="2" type="subTitle"/>
          </p:nvPr>
        </p:nvSpPr>
        <p:spPr>
          <a:xfrm>
            <a:off x="561475" y="794700"/>
            <a:ext cx="6545400" cy="5724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Scenario: The ransom attack encrypted 800 patient records here exactly what HIPAA requires.</a:t>
            </a:r>
            <a:endParaRPr b="1"/>
          </a:p>
        </p:txBody>
      </p:sp>
      <p:sp>
        <p:nvSpPr>
          <p:cNvPr id="672" name="Google Shape;672;p39"/>
          <p:cNvSpPr/>
          <p:nvPr/>
        </p:nvSpPr>
        <p:spPr>
          <a:xfrm>
            <a:off x="8729747" y="85699"/>
            <a:ext cx="356100" cy="4227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3" name="Google Shape;673;p39"/>
          <p:cNvSpPr/>
          <p:nvPr/>
        </p:nvSpPr>
        <p:spPr>
          <a:xfrm>
            <a:off x="561475" y="1472850"/>
            <a:ext cx="2134800" cy="678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PATIENTS</a:t>
            </a:r>
            <a:endParaRPr b="1" sz="23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a blue icon of a person in a circle with a boat in the background . (Provided by Tenor)" id="674" name="Google Shape;6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475" y="1792163"/>
            <a:ext cx="356245" cy="361125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9"/>
          <p:cNvSpPr/>
          <p:nvPr/>
        </p:nvSpPr>
        <p:spPr>
          <a:xfrm>
            <a:off x="561475" y="2256600"/>
            <a:ext cx="2134800" cy="6780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MEDIA (If 500 = in a state)</a:t>
            </a:r>
            <a:endParaRPr b="1" sz="19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6" name="Google Shape;676;p39"/>
          <p:cNvSpPr/>
          <p:nvPr/>
        </p:nvSpPr>
        <p:spPr>
          <a:xfrm>
            <a:off x="561475" y="3040350"/>
            <a:ext cx="2134800" cy="6780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HHS/Federal Gov.</a:t>
            </a:r>
            <a:endParaRPr b="1" sz="20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561475" y="3824100"/>
            <a:ext cx="2134800" cy="6780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Business Associates</a:t>
            </a:r>
            <a:endParaRPr b="1" sz="20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Laptop vector, Electronic device filled icon editable stroke (Provided by Getty Images)" id="678" name="Google Shape;67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475" y="2578350"/>
            <a:ext cx="356250" cy="35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plan or parliament building flat design icon. (Provided by Getty Images)" id="679" name="Google Shape;67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1475" y="3362100"/>
            <a:ext cx="356250" cy="35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strategy icon / planning vector (Provided by Getty Images)" id="680" name="Google Shape;68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475" y="4145850"/>
            <a:ext cx="356250" cy="356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1" name="Google Shape;681;p39"/>
          <p:cNvGraphicFramePr/>
          <p:nvPr/>
        </p:nvGraphicFramePr>
        <p:xfrm>
          <a:off x="3066275" y="147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5125225"/>
              </a:tblGrid>
              <a:tr h="6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WITHIN 60 DAYS Send written notification by first class mail or email if they opt in must include what happened what PHI was involved what you're doing about it and a toll free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number to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 call.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74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WITHIN 60 DAYS If 500 or more residents of a single state are affected notify a major media outlet in the state (e.g. Local TV news station or newspaper)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90000"/>
                    </a:solidFill>
                  </a:tcPr>
                </a:tc>
              </a:tr>
              <a:tr h="74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WITHIN 60 DAYS Submit a bridge report to the HHS office for civil rights at </a:t>
                      </a:r>
                      <a:r>
                        <a:rPr b="1" lang="en" sz="1200" u="sng">
                          <a:solidFill>
                            <a:schemeClr val="hlink"/>
                          </a:solidFill>
                          <a:hlinkClick r:id="rId7"/>
                        </a:rPr>
                        <a:t>HHS.gov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 breach of 500+ must be reported immediately. Under 500 can be logged in reported annually.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  <a:tr h="74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WITHIN 60 DAYS If a vendor causes the breach they must notify you within 60 days your Business Associate Agreement (BAA) should require this. Without a BAA you are still liable.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990000"/>
                    </a:solidFill>
                  </a:tcPr>
                </a:tc>
              </a:tr>
            </a:tbl>
          </a:graphicData>
        </a:graphic>
      </p:graphicFrame>
      <p:sp>
        <p:nvSpPr>
          <p:cNvPr id="682" name="Google Shape;682;p39"/>
          <p:cNvSpPr txBox="1"/>
          <p:nvPr/>
        </p:nvSpPr>
        <p:spPr>
          <a:xfrm>
            <a:off x="318275" y="4656350"/>
            <a:ext cx="8543100" cy="40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">
                <a:solidFill>
                  <a:srgbClr val="191919"/>
                </a:solidFill>
                <a:latin typeface="Fira Sans"/>
                <a:ea typeface="Fira Sans"/>
                <a:cs typeface="Fira Sans"/>
                <a:sym typeface="Fira Sans"/>
              </a:rPr>
              <a:t>            </a:t>
            </a:r>
            <a:r>
              <a:rPr b="1" lang="en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Criminal penalties: Intentional misuse of PHI = up to 10 years in federal prison + $250,000</a:t>
            </a:r>
            <a:endParaRPr b="1"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descr="A simple caution or warning exclamation icon. (Provided by Getty Images)" id="683" name="Google Shape;683;p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561549" y="4678392"/>
            <a:ext cx="356101" cy="35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0"/>
          <p:cNvSpPr txBox="1"/>
          <p:nvPr>
            <p:ph type="title"/>
          </p:nvPr>
        </p:nvSpPr>
        <p:spPr>
          <a:xfrm>
            <a:off x="441575" y="445025"/>
            <a:ext cx="6323700" cy="572700"/>
          </a:xfrm>
          <a:prstGeom prst="rect">
            <a:avLst/>
          </a:prstGeom>
          <a:solidFill>
            <a:srgbClr val="FF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2"/>
                </a:solidFill>
              </a:rPr>
              <a:t>HIPAA ENFORCEMENT &amp; PENALTIES</a:t>
            </a:r>
            <a:endParaRPr sz="2800">
              <a:solidFill>
                <a:schemeClr val="lt2"/>
              </a:solidFill>
            </a:endParaRPr>
          </a:p>
        </p:txBody>
      </p:sp>
      <p:graphicFrame>
        <p:nvGraphicFramePr>
          <p:cNvPr id="689" name="Google Shape;689;p40"/>
          <p:cNvGraphicFramePr/>
          <p:nvPr/>
        </p:nvGraphicFramePr>
        <p:xfrm>
          <a:off x="720000" y="1676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920000"/>
              </a:tblGrid>
              <a:tr h="316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   </a:t>
                      </a: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1" lang="en">
                          <a:solidFill>
                            <a:schemeClr val="dk2"/>
                          </a:solidFill>
                        </a:rPr>
                        <a:t> </a:t>
                      </a:r>
                      <a:r>
                        <a:rPr b="1" lang="en">
                          <a:solidFill>
                            <a:schemeClr val="dk2"/>
                          </a:solidFill>
                        </a:rPr>
                        <a:t>DON’T KNOW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     </a:t>
                      </a:r>
                      <a:r>
                        <a:rPr b="1" lang="en" sz="1500">
                          <a:solidFill>
                            <a:srgbClr val="FF0000"/>
                          </a:solidFill>
                        </a:rPr>
                        <a:t>$100 - $50,000</a:t>
                      </a:r>
                      <a:endParaRPr b="1" sz="15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2"/>
                          </a:solidFill>
                        </a:rPr>
                        <a:t>   PER VIOLATION</a:t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  MAX $25,000/year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1"/>
                          </a:solidFill>
                        </a:rPr>
                        <a:t>Y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ou violated HIPAA but had no way of knowing still a fine ignorance doesn't protect you.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90" name="Google Shape;690;p40"/>
          <p:cNvSpPr txBox="1"/>
          <p:nvPr/>
        </p:nvSpPr>
        <p:spPr>
          <a:xfrm>
            <a:off x="6849900" y="531275"/>
            <a:ext cx="1835400" cy="38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FINES AND </a:t>
            </a:r>
            <a:r>
              <a:rPr b="1" lang="en"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PENALTIES</a:t>
            </a:r>
            <a:r>
              <a:rPr b="1" lang="en" sz="13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b="1" sz="13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691" name="Google Shape;691;p40"/>
          <p:cNvGraphicFramePr/>
          <p:nvPr/>
        </p:nvGraphicFramePr>
        <p:xfrm>
          <a:off x="2757175" y="182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760800"/>
              </a:tblGrid>
              <a:tr h="301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REASONABLE        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CAUSE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    </a:t>
                      </a:r>
                      <a:r>
                        <a:rPr b="1" lang="en">
                          <a:solidFill>
                            <a:srgbClr val="FF0000"/>
                          </a:solidFill>
                        </a:rPr>
                        <a:t>  $1,000-$50,000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PER VIOLATION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MAX $1000,000/year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You should have known about the violation but weren't being deliberately negligent.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2" name="Google Shape;692;p40"/>
          <p:cNvGraphicFramePr/>
          <p:nvPr/>
        </p:nvGraphicFramePr>
        <p:xfrm>
          <a:off x="4671050" y="1829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937625"/>
              </a:tblGrid>
              <a:tr h="3017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WILLFUL NEGLECT (FIXED)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      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      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      PER </a:t>
                      </a: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VIOLATION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</a:rPr>
                        <a:t>MAX $250,000/year</a:t>
                      </a:r>
                      <a:endParaRPr b="1" sz="13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You knew you were violating HIPAA and fix it within 30 days of discovery.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3" name="Google Shape;693;p40"/>
          <p:cNvGraphicFramePr/>
          <p:nvPr/>
        </p:nvGraphicFramePr>
        <p:xfrm>
          <a:off x="6761750" y="1775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637500"/>
              </a:tblGrid>
              <a:tr h="287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1"/>
                          </a:solidFill>
                        </a:rPr>
                        <a:t>WILLFUL NEGLECT (NOT FIXED)</a:t>
                      </a:r>
                      <a:endParaRPr b="1" sz="12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</a:rPr>
                        <a:t>$50,000+</a:t>
                      </a:r>
                      <a:endParaRPr b="1" sz="15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accent1"/>
                          </a:solidFill>
                        </a:rPr>
                        <a:t>PER VIOLATION</a:t>
                      </a:r>
                      <a:endParaRPr b="1" sz="13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accen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MAX $1.9M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You knew violet intentionally and did not correct it maximum penalties apply.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94" name="Google Shape;694;p40"/>
          <p:cNvGraphicFramePr/>
          <p:nvPr/>
        </p:nvGraphicFramePr>
        <p:xfrm>
          <a:off x="720000" y="128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920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            </a:t>
                      </a:r>
                      <a:r>
                        <a:rPr b="1" lang="en">
                          <a:solidFill>
                            <a:schemeClr val="lt2"/>
                          </a:solidFill>
                        </a:rPr>
                        <a:t> TIER 1</a:t>
                      </a:r>
                      <a:endParaRPr b="1" sz="10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E76A2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5" name="Google Shape;695;p40"/>
          <p:cNvGraphicFramePr/>
          <p:nvPr/>
        </p:nvGraphicFramePr>
        <p:xfrm>
          <a:off x="2757175" y="128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7608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        </a:t>
                      </a:r>
                      <a:r>
                        <a:rPr b="1" lang="en">
                          <a:solidFill>
                            <a:schemeClr val="lt2"/>
                          </a:solidFill>
                        </a:rPr>
                        <a:t>TIER 2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61C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6" name="Google Shape;696;p40"/>
          <p:cNvGraphicFramePr/>
          <p:nvPr/>
        </p:nvGraphicFramePr>
        <p:xfrm>
          <a:off x="4671038" y="128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937625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             </a:t>
                      </a:r>
                      <a:r>
                        <a:rPr b="1" lang="en">
                          <a:solidFill>
                            <a:schemeClr val="lt2"/>
                          </a:solidFill>
                        </a:rPr>
                        <a:t>TIER 3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CC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7" name="Google Shape;697;p40"/>
          <p:cNvGraphicFramePr/>
          <p:nvPr/>
        </p:nvGraphicFramePr>
        <p:xfrm>
          <a:off x="6761750" y="128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1637500"/>
              </a:tblGrid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2"/>
                          </a:solidFill>
                        </a:rPr>
                        <a:t>      </a:t>
                      </a:r>
                      <a:r>
                        <a:rPr b="1" lang="en">
                          <a:solidFill>
                            <a:schemeClr val="lt2"/>
                          </a:solidFill>
                        </a:rPr>
                        <a:t>  TIER 4</a:t>
                      </a:r>
                      <a:endParaRPr b="1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1"/>
          <p:cNvSpPr txBox="1"/>
          <p:nvPr/>
        </p:nvSpPr>
        <p:spPr>
          <a:xfrm>
            <a:off x="388725" y="424800"/>
            <a:ext cx="8208600" cy="41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HIPAA COMPLIANCE CHECKLIST - ELITE STAR MEDICAL CLINIC</a:t>
            </a:r>
            <a:endParaRPr b="1" sz="15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703" name="Google Shape;703;p41"/>
          <p:cNvGraphicFramePr/>
          <p:nvPr/>
        </p:nvGraphicFramePr>
        <p:xfrm>
          <a:off x="952500" y="11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3038225"/>
              </a:tblGrid>
              <a:tr h="71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</a:rPr>
                        <a:t>Conduct a formal written Risk Analysis </a:t>
                      </a:r>
                      <a:endParaRPr b="1" sz="1200">
                        <a:solidFill>
                          <a:schemeClr val="lt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FF"/>
                          </a:solidFill>
                        </a:rPr>
                        <a:t>SECURITY RULE</a:t>
                      </a:r>
                      <a:endParaRPr b="1" sz="12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85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Encrypt all e PHi at rest (AES-256) and transit (TLS 1.2+)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3B8"/>
                          </a:solidFill>
                        </a:rPr>
                        <a:t>SECURITY RULE</a:t>
                      </a:r>
                      <a:endParaRPr b="1" sz="1200">
                        <a:solidFill>
                          <a:srgbClr val="00F3B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3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Train all 50 employee on HIPAA - Document completion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E76A28"/>
                          </a:solidFill>
                        </a:rPr>
                        <a:t>ADMIN SAFEGUARD</a:t>
                      </a:r>
                      <a:endParaRPr b="1" sz="1200">
                        <a:solidFill>
                          <a:srgbClr val="E76A2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8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Create and test a data Backup &amp; Recovery Plan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E76A28"/>
                          </a:solidFill>
                        </a:rPr>
                        <a:t>ADMIN SAFEGUARD</a:t>
                      </a:r>
                      <a:endParaRPr b="1" sz="1200">
                        <a:solidFill>
                          <a:srgbClr val="E76A2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0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Lock server room with keycard access and visitor log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8E7CC3"/>
                          </a:solidFill>
                        </a:rPr>
                        <a:t>PHYSICAL </a:t>
                      </a:r>
                      <a:r>
                        <a:rPr b="1" lang="en" sz="1200">
                          <a:solidFill>
                            <a:srgbClr val="8E7CC3"/>
                          </a:solidFill>
                        </a:rPr>
                        <a:t>SAFEGUARD</a:t>
                      </a:r>
                      <a:endParaRPr b="1" sz="1200">
                        <a:solidFill>
                          <a:srgbClr val="8E7CC3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04" name="Google Shape;704;p41"/>
          <p:cNvGraphicFramePr/>
          <p:nvPr/>
        </p:nvGraphicFramePr>
        <p:xfrm>
          <a:off x="512125" y="11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440375"/>
              </a:tblGrid>
              <a:tr h="71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  <a:tr h="85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0000FF"/>
                    </a:solidFill>
                  </a:tcPr>
                </a:tc>
              </a:tr>
              <a:tr h="7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76A28"/>
                    </a:solidFill>
                  </a:tcPr>
                </a:tc>
              </a:tr>
              <a:tr h="780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E76A28"/>
                    </a:solidFill>
                  </a:tcPr>
                </a:tc>
              </a:tr>
              <a:tr h="63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5" name="Google Shape;705;p41"/>
          <p:cNvGraphicFramePr/>
          <p:nvPr/>
        </p:nvGraphicFramePr>
        <p:xfrm>
          <a:off x="4475450" y="11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519275"/>
              </a:tblGrid>
              <a:tr h="77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  <a:tr h="68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77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</a:tr>
              <a:tr h="68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FF00"/>
                    </a:solidFill>
                  </a:tcPr>
                </a:tc>
              </a:tr>
              <a:tr h="81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FF0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6" name="Google Shape;706;p41"/>
          <p:cNvGraphicFramePr/>
          <p:nvPr/>
        </p:nvGraphicFramePr>
        <p:xfrm>
          <a:off x="4994725" y="117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3602600"/>
              </a:tblGrid>
              <a:tr h="71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2"/>
                          </a:solidFill>
                        </a:rPr>
                        <a:t>Enable MFA on all staff and admin accounts.</a:t>
                      </a:r>
                      <a:endParaRPr b="1" sz="13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00FFFF"/>
                          </a:solidFill>
                        </a:rPr>
                        <a:t>SECURITY RULE</a:t>
                      </a:r>
                      <a:endParaRPr b="1" sz="1300">
                        <a:solidFill>
                          <a:srgbClr val="00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2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Sign business associate agreements (BAAs) with all vendors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PRIVACY RULE</a:t>
                      </a:r>
                      <a:endParaRPr b="1" sz="12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730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</a:rPr>
                        <a:t>Implement audit logging on all systems that access PHI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3B8"/>
                          </a:solidFill>
                        </a:rPr>
                        <a:t>SECURITY RULE</a:t>
                      </a:r>
                      <a:endParaRPr b="1" sz="1200">
                        <a:solidFill>
                          <a:srgbClr val="00F3B8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2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Post a Notice of Privacy Practices (NPP) in the </a:t>
                      </a: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clinic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FF00"/>
                          </a:solidFill>
                        </a:rPr>
                        <a:t>PRIVACY RULE</a:t>
                      </a:r>
                      <a:endParaRPr b="1" sz="12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98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2"/>
                          </a:solidFill>
                        </a:rPr>
                        <a:t>Set workstations to auto-lock after 15 minutes idle</a:t>
                      </a:r>
                      <a:endParaRPr b="1" sz="1200">
                        <a:solidFill>
                          <a:schemeClr val="dk2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FF"/>
                          </a:solidFill>
                        </a:rPr>
                        <a:t>TECHNICAL SAFEGUARD</a:t>
                      </a:r>
                      <a:endParaRPr b="1" sz="1200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2"/>
          <p:cNvSpPr/>
          <p:nvPr/>
        </p:nvSpPr>
        <p:spPr>
          <a:xfrm>
            <a:off x="8571600" y="4571100"/>
            <a:ext cx="572400" cy="572400"/>
          </a:xfrm>
          <a:prstGeom prst="mathPlus">
            <a:avLst>
              <a:gd fmla="val 164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2" name="Google Shape;712;p42"/>
          <p:cNvSpPr txBox="1"/>
          <p:nvPr/>
        </p:nvSpPr>
        <p:spPr>
          <a:xfrm>
            <a:off x="881950" y="252600"/>
            <a:ext cx="172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PROJECT SUMMARY</a:t>
            </a:r>
            <a:endParaRPr b="1" i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13" name="Google Shape;713;p42"/>
          <p:cNvSpPr txBox="1"/>
          <p:nvPr/>
        </p:nvSpPr>
        <p:spPr>
          <a:xfrm>
            <a:off x="705800" y="759475"/>
            <a:ext cx="11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HIPAA</a:t>
            </a:r>
            <a:endParaRPr b="1" sz="20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aphicFrame>
        <p:nvGraphicFramePr>
          <p:cNvPr id="714" name="Google Shape;714;p42"/>
          <p:cNvGraphicFramePr/>
          <p:nvPr/>
        </p:nvGraphicFramePr>
        <p:xfrm>
          <a:off x="952500" y="1570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{FCDB7C5A-4A35-4527-A086-E80BC43EBA79}</a:tableStyleId>
              </a:tblPr>
              <a:tblGrid>
                <a:gridCol w="2413000"/>
                <a:gridCol w="2413000"/>
                <a:gridCol w="2413000"/>
              </a:tblGrid>
              <a:tr h="122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PRIVACY RULE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Define PHI, minimum necessary access, patient rights.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FF00"/>
                          </a:solidFill>
                        </a:rPr>
                        <a:t>SECURITY RULE</a:t>
                      </a:r>
                      <a:endParaRPr b="1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00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0FF00"/>
                          </a:solidFill>
                        </a:rPr>
                        <a:t>Applied all 3 safeguards: Administrative, Physical &amp; Technical.</a:t>
                      </a:r>
                      <a:endParaRPr b="1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BREACH NOTIFICATION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</a:rPr>
                        <a:t>Built a 4-party notification plan with 60-day deadlines.</a:t>
                      </a:r>
                      <a:endParaRPr b="1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228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ENFORCEMENT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FF"/>
                          </a:solidFill>
                        </a:rPr>
                        <a:t>Document fine tiers from $100 to $1.9M per violation.</a:t>
                      </a:r>
                      <a:endParaRPr b="1"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76A28"/>
                          </a:solidFill>
                        </a:rPr>
                        <a:t>COMPLIANCE CHECKLIST</a:t>
                      </a:r>
                      <a:endParaRPr b="1">
                        <a:solidFill>
                          <a:srgbClr val="E76A2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E76A2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76A28"/>
                          </a:solidFill>
                        </a:rPr>
                        <a:t>Create a 10-item remediation checklist for the </a:t>
                      </a:r>
                      <a:r>
                        <a:rPr b="1" lang="en">
                          <a:solidFill>
                            <a:srgbClr val="E76A28"/>
                          </a:solidFill>
                        </a:rPr>
                        <a:t>clinic</a:t>
                      </a:r>
                      <a:r>
                        <a:rPr b="1" lang="en">
                          <a:solidFill>
                            <a:srgbClr val="E76A28"/>
                          </a:solidFill>
                        </a:rPr>
                        <a:t>.</a:t>
                      </a:r>
                      <a:endParaRPr b="1">
                        <a:solidFill>
                          <a:srgbClr val="E76A28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00"/>
                          </a:solidFill>
                        </a:rPr>
                        <a:t>RISK ANALYSIS</a:t>
                      </a:r>
                      <a:endParaRPr b="1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rgbClr val="FFFF00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FF00"/>
                          </a:solidFill>
                        </a:rPr>
                        <a:t>Identified 6 critical HIPAA gaps in the organization.</a:t>
                      </a:r>
                      <a:endParaRPr b="1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obotics in Healthcare by Slidesgo">
  <a:themeElements>
    <a:clrScheme name="Simple Light">
      <a:dk1>
        <a:srgbClr val="00F3B8"/>
      </a:dk1>
      <a:lt1>
        <a:srgbClr val="05022D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